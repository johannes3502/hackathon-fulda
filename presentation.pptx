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f6d58f07c154250" /><Relationship Type="http://schemas.openxmlformats.org/officeDocument/2006/relationships/extended-properties" Target="/docProps/app.xml" Id="R84edb3bffeca477a" /><Relationship Type="http://schemas.openxmlformats.org/officeDocument/2006/relationships/officeDocument" Target="/ppt/presentation.xml" Id="Rd1596bdebef2421a" /></Relationships>
</file>

<file path=ppt/presentation.xml><?xml version="1.0" encoding="utf-8"?>
<p:presentation xmlns:p="http://schemas.openxmlformats.org/presentationml/2006/main">
  <p:sldMasterIdLst>
    <p:sldMasterId xmlns:r="http://schemas.openxmlformats.org/officeDocument/2006/relationships" id="2147483648" r:id="R8412e1df22e640f1"/>
  </p:sldMasterIdLst>
  <p:notesMasterIdLst>
    <p:notesMasterId xmlns:r="http://schemas.openxmlformats.org/officeDocument/2006/relationships" r:id="R1afe5b1b640448d2"/>
  </p:notesMasterIdLst>
  <p:sldIdLst>
    <p:sldId xmlns:r="http://schemas.openxmlformats.org/officeDocument/2006/relationships" id="256" r:id="R56f986b48e2b45fa"/>
    <p:sldId xmlns:r="http://schemas.openxmlformats.org/officeDocument/2006/relationships" id="257" r:id="R2bd3d7d822cd4f2e"/>
    <p:sldId xmlns:r="http://schemas.openxmlformats.org/officeDocument/2006/relationships" id="258" r:id="R63a6921759d644d2"/>
    <p:sldId xmlns:r="http://schemas.openxmlformats.org/officeDocument/2006/relationships" id="259" r:id="Raa4a5eff26e541cc"/>
    <p:sldId xmlns:r="http://schemas.openxmlformats.org/officeDocument/2006/relationships" id="260" r:id="R74dc2713797741b7"/>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d9f4bd3fd3a540ab" /><Relationship Type="http://schemas.openxmlformats.org/officeDocument/2006/relationships/slideMaster" Target="/ppt/slideMasters/slideMaster1.xml" Id="R8412e1df22e640f1" /><Relationship Type="http://schemas.openxmlformats.org/officeDocument/2006/relationships/notesMaster" Target="/ppt/notesMasters/notesMaster1.xml" Id="R1afe5b1b640448d2" /><Relationship Type="http://schemas.openxmlformats.org/officeDocument/2006/relationships/presProps" Target="/ppt/presProps.xml" Id="R3f14b98e71c84f26" /><Relationship Type="http://schemas.openxmlformats.org/officeDocument/2006/relationships/viewProps" Target="/ppt/viewProps.xml" Id="R0e450c09963740fe" /><Relationship Type="http://schemas.openxmlformats.org/officeDocument/2006/relationships/tableStyles" Target="/ppt/tableStyles.xml" Id="R57835c9da213408e" /><Relationship Type="http://schemas.openxmlformats.org/officeDocument/2006/relationships/slide" Target="/ppt/slides/slide1.xml" Id="R56f986b48e2b45fa" /><Relationship Type="http://schemas.openxmlformats.org/officeDocument/2006/relationships/slide" Target="/ppt/slides/slide2.xml" Id="R2bd3d7d822cd4f2e" /><Relationship Type="http://schemas.openxmlformats.org/officeDocument/2006/relationships/slide" Target="/ppt/slides/slide3.xml" Id="R63a6921759d644d2" /><Relationship Type="http://schemas.openxmlformats.org/officeDocument/2006/relationships/slide" Target="/ppt/slides/slide4.xml" Id="Raa4a5eff26e541cc" /><Relationship Type="http://schemas.openxmlformats.org/officeDocument/2006/relationships/slide" Target="/ppt/slides/slide5.xml" Id="R74dc2713797741b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2afe7bac8d148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c39fd0de454ce6" /><Relationship Type="http://schemas.openxmlformats.org/officeDocument/2006/relationships/notesMaster" Target="/ppt/notesMasters/notesMaster1.xml" Id="R460d981b6bee4dd8" /></Relationships>
</file>

<file path=ppt/notesSlides/_rels/notesSlide2.xml.rels>&#65279;<?xml version="1.0" encoding="utf-8"?><Relationships xmlns="http://schemas.openxmlformats.org/package/2006/relationships"><Relationship Type="http://schemas.openxmlformats.org/officeDocument/2006/relationships/slide" Target="/ppt/slides/slide2.xml" Id="Rc92619b69d244324" /><Relationship Type="http://schemas.openxmlformats.org/officeDocument/2006/relationships/notesMaster" Target="/ppt/notesMasters/notesMaster1.xml" Id="R1693d4e6b00e4f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18e7541078d941ee" /><Relationship Type="http://schemas.openxmlformats.org/officeDocument/2006/relationships/notesMaster" Target="/ppt/notesMasters/notesMaster1.xml" Id="R671d4e4d497342ee"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88d0890dfa4550" /><Relationship Type="http://schemas.openxmlformats.org/officeDocument/2006/relationships/notesMaster" Target="/ppt/notesMasters/notesMaster1.xml" Id="Ra5addd7de9eb43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9235a569924073" /><Relationship Type="http://schemas.openxmlformats.org/officeDocument/2006/relationships/notesMaster" Target="/ppt/notesMasters/notesMaster1.xml" Id="R017266d3707249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erste Zahl ist der Gegenwert zu den 47,4 %, die sich im National Literacy Trust Annual Literacy Survey 2025 beim Präsentieren als gut oder sehr gut einschätzten. Befragt wurden 105.583 Kinder und Jugendliche im Alter von 8–18 Jahren. Die Aussage gilt für diese Befragten.</a:t>
            </a:r>
          </a:p>
          <a:p xmlns:a="http://schemas.openxmlformats.org/drawingml/2006/main">
            <a:r>
              <a:t>Quelle: https://literacytrust.org.uk/research-services/research-reports/children-and-young-peoples-speaking-and-listening-in-2025/</a:t>
            </a:r>
            <a:endParaRPr/>
          </a:p>
          <a:p xmlns:a="http://schemas.openxmlformats.org/drawingml/2006/main">
            <a:r>
              <a:t/>
            </a:r>
          </a:p>
          <a:p xmlns:a="http://schemas.openxmlformats.org/drawingml/2006/main">
            <a:r>
              <a:t>89,3 % von 1.135 befragten Studierenden wünschten sich Lehrangebote zur Verbesserung des öffentlichen Sprechens. Diese Zahl bezieht sich auf Studierende, nicht auf Schulkinder.</a:t>
            </a:r>
            <a:endParaRPr/>
          </a:p>
          <a:p xmlns:a="http://schemas.openxmlformats.org/drawingml/2006/main">
            <a:r>
              <a:t>Quelle: Marinho et al., Fear of Public Speaking: Perception of College Students and Correlates (2017), https://pubmed.ncbi.nlm.nih.gov/26898522/ , DOI: 10.1016/j.jvoice.2015.12.012.</a:t>
            </a:r>
          </a:p>
          <a:p xmlns:a="http://schemas.openxmlformats.org/drawingml/2006/main">
            <a:r>
              <a:t>Die möglichen Folgen sind unsere Einordnung, keine durch diese Umfragen belegte Kausalwirkung.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0:00–0:35. Viele üben ihre Folien, bekommen aber wenig konkretes Feedback zum Vortrag. Pitch Practice verbindet fünf Funktionen: Wir beobachten sichtbare Haltung und Gesten, analysieren Sprache und vergleichen Aussagen mit hochgeladenen Unterlagen. In der Auswertung führt jeder Hinweis zur passenden Stelle im Video. Danach stellt ein Fragebot Rückfragen zum Vortrag. So wird sichtbar, was ich beim nächsten Versuch gezielt üben kann.</a:t>
            </a:r>
          </a:p>
          <a:p xmlns:a="http://schemas.openxmlformats.org/drawingml/2006/main">
            <a:endParaRPr/>
          </a:p>
          <a:p xmlns:a="http://schemas.openxmlformats.org/drawingml/2006/main">
            <a:r>
              <a:t>Aufnahme ab dem Anfang laufen lassen. Die Abbildung ist eine echte Ansicht der vorhandenen synthetischen Demo, kein Ergebnis des aktuellen Vortrags. Quellen: frontend/src/components/live/LiveReview.tsx, backend/app/factcheck/pipeline.py, backend/app/questions/agent.py, Stand de15410. Kameraheuristiken sind unvalidiert. Sprache umfasst Transkript, Pausen, Tempo, Füllwörter, Lautstärke und Tonhöhenvariation. Kopforientierung ist kein gemessener Blickkontakt.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0:35–1:05. Im Produkt hilft KI bei Körperpunkten, Transkription, Quellenvergleich und Rückfragen. Den Sprachdialog ermöglicht ElevenLabs. Beim Entwickeln nutzten wir Codex und Claude Code für Architektur, Code, Recherche und Fehlersuche. Das Team legte Ziele fest und korrigierte Vorschläge. Ein konkretes Beispiel: Ein vorgeschlagener Docker-Tag war nicht verfügbar und wurde nach Prüfung korrigiert. Unsere wichtigste Grenze: Auch ein gültiges Zitat garantiert noch kein richtiges KI-Urteil.</a:t>
            </a:r>
          </a:p>
          <a:p xmlns:a="http://schemas.openxmlformats.org/drawingml/2006/main">
            <a:r>
              <a:t/>
            </a:r>
            <a:endParaRPr/>
          </a:p>
          <a:p xmlns:a="http://schemas.openxmlformats.org/drawingml/2006/main">
            <a:r>
              <a:t>Quellen: docs/02-ai-decision-log.md, Einträge zu Compose, Sprachanalyse, RAG, Codex und Claude Code. Der Log nennt die Korrektur des SeaweedFS-Tags 4.49 auf das verfügbare 4.48. Provider werden anhand des vorhandenen Codes genannt. Signalmerkmale wie RMS/YIN sind zusätzlich regelbasierte Verfahren und werden nicht pauschal als lernende KI ausgegeben. Bei ElevenLabs wird kein bestimmtes Dialogmodell behauptet. Die getippte Quellenprüfung und der direkte Sprachdialog besitzen unterschiedliche Verifikationsgrenzen.</a:t>
            </a:r>
          </a:p>
          <a:p xmlns:a="http://schemas.openxmlformats.org/drawingml/2006/main">
            <a:r>
              <a:t/>
            </a:r>
          </a:p>
          <a:p xmlns:a="http://schemas.openxmlformats.org/drawingml/2006/main">
            <a:r>
              <a:t>Aktuelle Präzisierung: faster-whisper ist die lokale Standard-Transkription. Deepgram EU ist optional. Jina Embeddings laufen lokal und unterstützen die Quellensuche. Gemini übernimmt Quellenurteile und den separaten Text-Fragenpfad. Der gesprochene Dialog läuft über ElevenLabs. Silero VAD erkennt zusätzlich Sprachaktivität. Nachweise: backend/app/transcription/transcriber.py, backend/app/sources/embeddings.py, backend/app/questions/agent.py, docs/02-ai-decision-log.md und compose.yaml.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1:05–1:10. Jetzt zeigen wir das an unserem eigenen Pitch: erst die Auswertung, dann eine Rückfrage des Bots.</a:t>
            </a:r>
          </a:p>
          <a:p xmlns:a="http://schemas.openxmlformats.org/drawingml/2006/main">
            <a:r>
              <a:t/>
            </a:r>
            <a:endParaRPr/>
          </a:p>
          <a:p xmlns:a="http://schemas.openxmlformats.org/drawingml/2006/main">
            <a:r>
              <a:t>Aufnahme stoppen und zur App wechseln. Bis 1:50 einen echten Review-Moment auswählen, drei bis fünf Sekunden wiedergeben und den tatsächlich sichtbaren Hinweis erklären. Bis 2:35 eine Botfrage und eine kurze Antwort zeigen. Spätestens dann Gespräch beenden. Abschluss bis 2:45: Pitch Practice macht konkrete Stellen im Vortrag nachvollziehbar und hilft, die nächste Übung vorzubereiten. Vielen Dank. 15 Sekunden Reserve.</a:t>
            </a:r>
          </a:p>
          <a:p xmlns:a="http://schemas.openxmlformats.org/drawingml/2006/main">
            <a:r>
              <a:t/>
            </a:r>
            <a:endParaRPr/>
          </a:p>
          <a:p xmlns:a="http://schemas.openxmlformats.org/drawingml/2006/main">
            <a:r>
              <a:t>Verarbeitungszeit ist nicht garantiert. Falls die neue Aufnahme nicht rechtzeitig bereit ist, eine vorbereitete Session zeigen und ausdrücklich als vorab aufgenommen bezeichnen. Kein vorberechnetes Ergebnis als aktuelle Analyse ausgeben. Quellen zum Ablauf: vorhandene Review- und Fragenoberfläche auf de15410.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Hoque et al. untersuchten 2013 das System MACH mit 90 MIT-Studierenden in zwei simulierten Bewerbungsgesprächen. Drei randomisierte Gruppen erhielten ein Tipps-Video, Übung mit eigenem Video oder Übung mit eigenem Video und automatischem Feedback. Nur die Feedback-Gruppe zeigte eine signifikante Verbesserung in den berichteten Bewertungen. Keine signifikante Veränderung bedeutet nicht, dass überhaupt keine Veränderung auftrat. Die Studie untersucht ein anderes System und Bewerbungsgespräche. Sie belegt keine Wirkung unseres Präsentationstrainers.</a:t>
            </a:r>
          </a:p>
          <a:p xmlns:a="http://schemas.openxmlformats.org/drawingml/2006/main">
            <a:r>
              <a:t>Quelle: MIT News (14.06.2013), https://news.mit.edu/2013/automated-coach-could-help-with-social-interactions-0614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77e10a052bc45e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9a6ff2ef302478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5a556ca8470477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aadb64d62aa460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3a2f136592545ce" /></Relationships>
</file>

<file path=ppt/slideLayouts/slideLayout1.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0B9952C-D05B-4592-A812-B68C4771EE2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a:endParaRPr/>
          </a:p>
        </p:txBody>
      </p:sp>
    </p:spTree>
  </p:cSld>
</p:sldLayout>
</file>

<file path=ppt/slideLayouts/slideLayout2.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EBE1FC4-8CC8-441A-A91E-136B83EBE9D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Body">
            <a:extLst xmlns:a="http://schemas.openxmlformats.org/drawingml/2006/main">
              <a:ext uri="{FF2B5EF4-FFF2-40B4-BE49-F238E27FC236}">
                <a16:creationId xmlns:a16="http://schemas.microsoft.com/office/drawing/2014/main" id="{30B90830-8FB6-4ABE-B9E5-AB0B44054EC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3.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C379B94-7D46-4B0F-B146-FB673430855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5F3FFBB1-9705-4D9C-A3C2-46B043CF87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
        <p:nvSpPr>
          <p:cNvPr id="3" name="Right column">
            <a:extLst xmlns:a="http://schemas.openxmlformats.org/drawingml/2006/main">
              <a:ext uri="{FF2B5EF4-FFF2-40B4-BE49-F238E27FC236}">
                <a16:creationId xmlns:a16="http://schemas.microsoft.com/office/drawing/2014/main" id="{D66DFD9C-9B21-4C25-8664-395E2F53B2C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4.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0FB8AC-EFDF-42F3-A6E8-41DA37A719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D6AC0253-CC2A-4FF0-BD9E-AD5046D606A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5.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93919417ac40ec" /><Relationship Type="http://schemas.openxmlformats.org/officeDocument/2006/relationships/slideLayout" Target="/ppt/slideLayouts/slideLayout1.xml" Id="Rf7463ec4b5f643ce" /><Relationship Type="http://schemas.openxmlformats.org/officeDocument/2006/relationships/slideLayout" Target="/ppt/slideLayouts/slideLayout2.xml" Id="R18f25240cf514775" /><Relationship Type="http://schemas.openxmlformats.org/officeDocument/2006/relationships/slideLayout" Target="/ppt/slideLayouts/slideLayout3.xml" Id="Ra7d3a116a07a4ce0" /><Relationship Type="http://schemas.openxmlformats.org/officeDocument/2006/relationships/slideLayout" Target="/ppt/slideLayouts/slideLayout4.xml" Id="R7add245b32674015" /><Relationship Type="http://schemas.openxmlformats.org/officeDocument/2006/relationships/slideLayout" Target="/ppt/slideLayouts/slideLayout5.xml" Id="Rc8926096c7de4db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463ec4b5f643ce"/>
    <p:sldLayoutId xmlns:r="http://schemas.openxmlformats.org/officeDocument/2006/relationships" id="2147483650" r:id="R18f25240cf514775"/>
    <p:sldLayoutId xmlns:r="http://schemas.openxmlformats.org/officeDocument/2006/relationships" id="2147483651" r:id="Ra7d3a116a07a4ce0"/>
    <p:sldLayoutId xmlns:r="http://schemas.openxmlformats.org/officeDocument/2006/relationships" id="2147483652" r:id="R7add245b32674015"/>
    <p:sldLayoutId xmlns:r="http://schemas.openxmlformats.org/officeDocument/2006/relationships" id="2147483653" r:id="Rc8926096c7de4db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5.xml" Id="R81886873fea84fa0" /><Relationship Type="http://schemas.openxmlformats.org/officeDocument/2006/relationships/hyperlink" Target="https://literacytrust.org.uk/research-services/research-reports/children-and-young-peoples-speaking-and-listening-in-2025/" TargetMode="External" Id="Rda673dcb037f4dfd" /><Relationship Type="http://schemas.openxmlformats.org/officeDocument/2006/relationships/hyperlink" Target="https://pubmed.ncbi.nlm.nih.gov/26898522/" TargetMode="External" Id="Redee3e6bcf5f4102" /><Relationship Type="http://schemas.openxmlformats.org/officeDocument/2006/relationships/notesSlide" Target="/ppt/notesSlides/notesSlide1.xml" Id="Re793baaaa72b4bf9" /></Relationships>
</file>

<file path=ppt/slides/_rels/slide2.xml.rels>&#65279;<?xml version="1.0" encoding="utf-8"?><Relationships xmlns="http://schemas.openxmlformats.org/package/2006/relationships"><Relationship Type="http://schemas.openxmlformats.org/officeDocument/2006/relationships/slideLayout" Target="/ppt/slideLayouts/slideLayout5.xml" Id="Rdf5592f902e745f6" /><Relationship Type="http://schemas.openxmlformats.org/officeDocument/2006/relationships/image" Target="/ppt/media/image.png" Id="R8aab87fd1d614ceb" /><Relationship Type="http://schemas.openxmlformats.org/officeDocument/2006/relationships/notesSlide" Target="/ppt/notesSlides/notesSlide2.xml" Id="Rbfbe403785cc4827" /></Relationships>
</file>

<file path=ppt/slides/_rels/slide3.xml.rels>&#65279;<?xml version="1.0" encoding="utf-8"?><Relationships xmlns="http://schemas.openxmlformats.org/package/2006/relationships"><Relationship Type="http://schemas.openxmlformats.org/officeDocument/2006/relationships/slideLayout" Target="/ppt/slideLayouts/slideLayout5.xml" Id="R6b37b01cd811490b" /><Relationship Type="http://schemas.openxmlformats.org/officeDocument/2006/relationships/notesSlide" Target="/ppt/notesSlides/notesSlide3.xml" Id="Rdeed672886c942f5" /></Relationships>
</file>

<file path=ppt/slides/_rels/slide4.xml.rels>&#65279;<?xml version="1.0" encoding="utf-8"?><Relationships xmlns="http://schemas.openxmlformats.org/package/2006/relationships"><Relationship Type="http://schemas.openxmlformats.org/officeDocument/2006/relationships/slideLayout" Target="/ppt/slideLayouts/slideLayout5.xml" Id="Re2f1933f0b6c4a0e" /><Relationship Type="http://schemas.openxmlformats.org/officeDocument/2006/relationships/image" Target="/ppt/media/image2.png" Id="R557bf3891c0e48fc" /><Relationship Type="http://schemas.openxmlformats.org/officeDocument/2006/relationships/image" Target="/ppt/media/image.svg" Id="Rf8e59da3a1d04d71" /><Relationship Type="http://schemas.openxmlformats.org/officeDocument/2006/relationships/notesSlide" Target="/ppt/notesSlides/notesSlide4.xml" Id="R31fc336b51ec4b21" /></Relationships>
</file>

<file path=ppt/slides/_rels/slide5.xml.rels>&#65279;<?xml version="1.0" encoding="utf-8"?><Relationships xmlns="http://schemas.openxmlformats.org/package/2006/relationships"><Relationship Type="http://schemas.openxmlformats.org/officeDocument/2006/relationships/slideLayout" Target="/ppt/slideLayouts/slideLayout5.xml" Id="R59bcf90baf3547ba" /><Relationship Type="http://schemas.openxmlformats.org/officeDocument/2006/relationships/hyperlink" Target="https://news.mit.edu/2013/automated-coach-could-help-with-social-interactions-0614" TargetMode="External" Id="R718ca4c800774163" /><Relationship Type="http://schemas.openxmlformats.org/officeDocument/2006/relationships/notesSlide" Target="/ppt/notesSlides/notesSlide5.xml" Id="Re947f00a4a554a7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solution-title">
            <a:extLst xmlns:a="http://schemas.openxmlformats.org/drawingml/2006/main">
              <a:ext uri="{FF2B5EF4-FFF2-40B4-BE49-F238E27FC236}">
                <a16:creationId xmlns:a16="http://schemas.microsoft.com/office/drawing/2014/main" id="{8EC16773-DB61-448B-9B60-B88886C357DE}"/>
              </a:ext>
            </a:extLst>
          </p:cNvPr>
          <p:cNvSpPr>
            <a:spLocks xmlns:a="http://schemas.openxmlformats.org/drawingml/2006/main" noGrp="1"/>
          </p:cNvSpPr>
          <p:nvPr/>
        </p:nvSpPr>
        <p:spPr>
          <a:xfrm xmlns:a="http://schemas.openxmlformats.org/drawingml/2006/main">
            <a:off x="723900" y="58102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800" b="1">
                <a:solidFill>
                  <a:srgbClr val="3803BF"/>
                </a:solidFill>
              </a:defRPr>
            </a:defPPr>
            <a:lvl1pPr>
              <a:buNone/>
              <a:defRPr sz="4800" b="1">
                <a:solidFill>
                  <a:srgbClr val="3803BF"/>
                </a:solidFill>
              </a:defRPr>
            </a:lvl1pPr>
            <a:lvl2pPr>
              <a:buNone/>
              <a:defRPr sz="4800" b="1">
                <a:solidFill>
                  <a:srgbClr val="3803BF"/>
                </a:solidFill>
              </a:defRPr>
            </a:lvl2pPr>
            <a:lvl3pPr>
              <a:buNone/>
              <a:defRPr sz="4800" b="1">
                <a:solidFill>
                  <a:srgbClr val="3803BF"/>
                </a:solidFill>
              </a:defRPr>
            </a:lvl3pPr>
            <a:lvl4pPr>
              <a:buNone/>
              <a:defRPr sz="4800" b="1">
                <a:solidFill>
                  <a:srgbClr val="3803BF"/>
                </a:solidFill>
              </a:defRPr>
            </a:lvl4pPr>
            <a:lvl5pPr>
              <a:buNone/>
              <a:defRPr sz="4800" b="1">
                <a:solidFill>
                  <a:srgbClr val="3803BF"/>
                </a:solidFill>
              </a:defRPr>
            </a:lvl5pPr>
            <a:lvl6pPr>
              <a:buNone/>
              <a:defRPr sz="4800" b="1">
                <a:solidFill>
                  <a:srgbClr val="3803BF"/>
                </a:solidFill>
              </a:defRPr>
            </a:lvl6pPr>
            <a:lvl7pPr>
              <a:buNone/>
              <a:defRPr sz="4800" b="1">
                <a:solidFill>
                  <a:srgbClr val="3803BF"/>
                </a:solidFill>
              </a:defRPr>
            </a:lvl7pPr>
            <a:lvl8pPr>
              <a:buNone/>
              <a:defRPr sz="4800" b="1">
                <a:solidFill>
                  <a:srgbClr val="3803BF"/>
                </a:solidFill>
              </a:defRPr>
            </a:lvl8pPr>
            <a:lvl9pPr>
              <a:buNone/>
              <a:defRPr sz="4800" b="1">
                <a:solidFill>
                  <a:srgbClr val="3803BF"/>
                </a:solidFill>
              </a:defRPr>
            </a:lvl9pPr>
          </a:lstStyle>
          <a:p xmlns:a="http://schemas.openxmlformats.org/drawingml/2006/main">
            <a:pPr>
              <a:buNone/>
              <a:defRPr sz="4800" b="1">
                <a:solidFill>
                  <a:srgbClr val="3803BF"/>
                </a:solidFill>
              </a:defRPr>
            </a:pPr>
            <a:r>
              <a:rPr b="1">
                <a:solidFill>
                  <a:srgbClr val="3803BF"/>
                </a:solidFill>
              </a:rPr>
              <a:t>Pitch Practice</a:t>
            </a:r>
          </a:p>
        </p:txBody>
      </p:sp>
      <p:sp>
        <p:nvSpPr>
          <p:cNvPr id="4" name="during-title">
            <a:extLst xmlns:a="http://schemas.openxmlformats.org/drawingml/2006/main">
              <a:ext uri="{FF2B5EF4-FFF2-40B4-BE49-F238E27FC236}">
                <a16:creationId xmlns:a16="http://schemas.microsoft.com/office/drawing/2014/main" id="{BA8497C2-8DFA-49C5-A2F9-537E8566F42A}"/>
              </a:ext>
            </a:extLst>
          </p:cNvPr>
          <p:cNvSpPr>
            <a:spLocks xmlns:a="http://schemas.openxmlformats.org/drawingml/2006/main" noGrp="1"/>
          </p:cNvSpPr>
          <p:nvPr/>
        </p:nvSpPr>
        <p:spPr>
          <a:xfrm xmlns:a="http://schemas.openxmlformats.org/drawingml/2006/main">
            <a:off x="723900" y="2258929"/>
            <a:ext cx="5143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3803BF"/>
                </a:solidFill>
              </a:defRPr>
            </a:defPPr>
            <a:lvl1pPr>
              <a:buNone/>
              <a:defRPr sz="2400" b="1">
                <a:solidFill>
                  <a:srgbClr val="3803BF"/>
                </a:solidFill>
              </a:defRPr>
            </a:lvl1pPr>
            <a:lvl2pPr>
              <a:buNone/>
              <a:defRPr sz="2400" b="1">
                <a:solidFill>
                  <a:srgbClr val="3803BF"/>
                </a:solidFill>
              </a:defRPr>
            </a:lvl2pPr>
            <a:lvl3pPr>
              <a:buNone/>
              <a:defRPr sz="2400" b="1">
                <a:solidFill>
                  <a:srgbClr val="3803BF"/>
                </a:solidFill>
              </a:defRPr>
            </a:lvl3pPr>
            <a:lvl4pPr>
              <a:buNone/>
              <a:defRPr sz="2400" b="1">
                <a:solidFill>
                  <a:srgbClr val="3803BF"/>
                </a:solidFill>
              </a:defRPr>
            </a:lvl4pPr>
            <a:lvl5pPr>
              <a:buNone/>
              <a:defRPr sz="2400" b="1">
                <a:solidFill>
                  <a:srgbClr val="3803BF"/>
                </a:solidFill>
              </a:defRPr>
            </a:lvl5pPr>
            <a:lvl6pPr>
              <a:buNone/>
              <a:defRPr sz="2400" b="1">
                <a:solidFill>
                  <a:srgbClr val="3803BF"/>
                </a:solidFill>
              </a:defRPr>
            </a:lvl6pPr>
            <a:lvl7pPr>
              <a:buNone/>
              <a:defRPr sz="2400" b="1">
                <a:solidFill>
                  <a:srgbClr val="3803BF"/>
                </a:solidFill>
              </a:defRPr>
            </a:lvl7pPr>
            <a:lvl8pPr>
              <a:buNone/>
              <a:defRPr sz="2400" b="1">
                <a:solidFill>
                  <a:srgbClr val="3803BF"/>
                </a:solidFill>
              </a:defRPr>
            </a:lvl8pPr>
            <a:lvl9pPr>
              <a:buNone/>
              <a:defRPr sz="2400" b="1">
                <a:solidFill>
                  <a:srgbClr val="3803BF"/>
                </a:solidFill>
              </a:defRPr>
            </a:lvl9pPr>
          </a:lstStyle>
          <a:p xmlns:a="http://schemas.openxmlformats.org/drawingml/2006/main">
            <a:pPr>
              <a:buNone/>
              <a:defRPr sz="2400" b="1">
                <a:solidFill>
                  <a:srgbClr val="3803BF"/>
                </a:solidFill>
              </a:defRPr>
            </a:pPr>
            <a:r>
              <a:rPr sz="3200" b="1">
                <a:solidFill>
                  <a:srgbClr val="3803BF"/>
                </a:solidFill>
              </a:rPr>
              <a:t>Das Problem</a:t>
            </a:r>
          </a:p>
        </p:txBody>
      </p:sp>
      <p:sp>
        <p:nvSpPr>
          <p:cNvPr id="5" name="during-body">
            <a:extLst xmlns:a="http://schemas.openxmlformats.org/drawingml/2006/main">
              <a:ext uri="{FF2B5EF4-FFF2-40B4-BE49-F238E27FC236}">
                <a16:creationId xmlns:a16="http://schemas.microsoft.com/office/drawing/2014/main" id="{57F6B05E-440E-44E2-A9B1-1BEE2FEB96E3}"/>
              </a:ext>
            </a:extLst>
          </p:cNvPr>
          <p:cNvSpPr>
            <a:spLocks xmlns:a="http://schemas.openxmlformats.org/drawingml/2006/main" noGrp="1"/>
          </p:cNvSpPr>
          <p:nvPr/>
        </p:nvSpPr>
        <p:spPr>
          <a:xfrm xmlns:a="http://schemas.openxmlformats.org/drawingml/2006/main">
            <a:off x="723900" y="2992374"/>
            <a:ext cx="5238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800" b="0">
                <a:solidFill>
                  <a:srgbClr val="34303E"/>
                </a:solidFill>
                <a:latin typeface="Aptos"/>
                <a:ea typeface="Aptos"/>
                <a:cs typeface="Aptos"/>
              </a:defRPr>
            </a:defPPr>
            <a:lvl1pPr>
              <a:buNone/>
              <a:defRPr sz="2400" b="0">
                <a:solidFill>
                  <a:srgbClr val="34303E"/>
                </a:solidFill>
              </a:defRPr>
            </a:lvl1pPr>
            <a:lvl2pPr>
              <a:buNone/>
              <a:defRPr sz="2400" b="0">
                <a:solidFill>
                  <a:srgbClr val="34303E"/>
                </a:solidFill>
              </a:defRPr>
            </a:lvl2pPr>
            <a:lvl3pPr>
              <a:buNone/>
              <a:defRPr sz="2400" b="0">
                <a:solidFill>
                  <a:srgbClr val="34303E"/>
                </a:solidFill>
              </a:defRPr>
            </a:lvl3pPr>
            <a:lvl4pPr>
              <a:buNone/>
              <a:defRPr sz="2400" b="0">
                <a:solidFill>
                  <a:srgbClr val="34303E"/>
                </a:solidFill>
              </a:defRPr>
            </a:lvl4pPr>
            <a:lvl5pPr>
              <a:buNone/>
              <a:defRPr sz="2400" b="0">
                <a:solidFill>
                  <a:srgbClr val="34303E"/>
                </a:solidFill>
              </a:defRPr>
            </a:lvl5pPr>
            <a:lvl6pPr>
              <a:buNone/>
              <a:defRPr sz="2400" b="0">
                <a:solidFill>
                  <a:srgbClr val="34303E"/>
                </a:solidFill>
              </a:defRPr>
            </a:lvl6pPr>
            <a:lvl7pPr>
              <a:buNone/>
              <a:defRPr sz="2400" b="0">
                <a:solidFill>
                  <a:srgbClr val="34303E"/>
                </a:solidFill>
              </a:defRPr>
            </a:lvl7pPr>
            <a:lvl8pPr>
              <a:buNone/>
              <a:defRPr sz="2400" b="0">
                <a:solidFill>
                  <a:srgbClr val="34303E"/>
                </a:solidFill>
              </a:defRPr>
            </a:lvl8pPr>
            <a:lvl9pPr>
              <a:buNone/>
              <a:defRPr sz="2400" b="0">
                <a:solidFill>
                  <a:srgbClr val="34303E"/>
                </a:solidFill>
              </a:defRPr>
            </a:lvl9pPr>
          </a:lstStyle>
          <a:p xmlns:a="http://schemas.openxmlformats.org/drawingml/2006/main">
            <a:pPr>
              <a:defRPr sz="2800" b="0">
                <a:solidFill>
                  <a:srgbClr val="34303E"/>
                </a:solidFill>
                <a:latin typeface="Aptos"/>
                <a:ea typeface="Aptos"/>
                <a:cs typeface="Aptos"/>
              </a:defRPr>
            </a:pPr>
            <a:r>
              <a:rPr sz="2800" b="0">
                <a:solidFill>
                  <a:srgbClr val="34303E"/>
                </a:solidFill>
                <a:latin typeface="Aptos"/>
                <a:ea typeface="Aptos"/>
                <a:cs typeface="Aptos"/>
              </a:rPr>
              <a:t>52,6 %</a:t>
            </a:r>
            <a:r>
              <a:rPr sz="2800" b="0">
                <a:solidFill>
                  <a:srgbClr val="34303E"/>
                </a:solidFill>
                <a:latin typeface="Aptos"/>
                <a:ea typeface="Aptos"/>
                <a:cs typeface="Aptos"/>
              </a:rPr>
              <a:t> der Befragten bewerten ihr Präsentieren nicht als gut oder sehr gut.</a:t>
            </a:r>
          </a:p>
        </p:txBody>
      </p:sp>
      <p:sp>
        <p:nvSpPr>
          <p:cNvPr id="6" name="after-title">
            <a:extLst xmlns:a="http://schemas.openxmlformats.org/drawingml/2006/main">
              <a:ext uri="{FF2B5EF4-FFF2-40B4-BE49-F238E27FC236}">
                <a16:creationId xmlns:a16="http://schemas.microsoft.com/office/drawing/2014/main" id="{662B3A84-E61D-425A-8855-CBBE614FEF73}"/>
              </a:ext>
            </a:extLst>
          </p:cNvPr>
          <p:cNvSpPr>
            <a:spLocks xmlns:a="http://schemas.openxmlformats.org/drawingml/2006/main" noGrp="1"/>
          </p:cNvSpPr>
          <p:nvPr/>
        </p:nvSpPr>
        <p:spPr>
          <a:xfrm xmlns:a="http://schemas.openxmlformats.org/drawingml/2006/main">
            <a:off x="6534150" y="2258929"/>
            <a:ext cx="4857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3803BF"/>
                </a:solidFill>
              </a:defRPr>
            </a:defPPr>
            <a:lvl1pPr>
              <a:buNone/>
              <a:defRPr sz="2400" b="1">
                <a:solidFill>
                  <a:srgbClr val="3803BF"/>
                </a:solidFill>
              </a:defRPr>
            </a:lvl1pPr>
            <a:lvl2pPr>
              <a:buNone/>
              <a:defRPr sz="2400" b="1">
                <a:solidFill>
                  <a:srgbClr val="3803BF"/>
                </a:solidFill>
              </a:defRPr>
            </a:lvl2pPr>
            <a:lvl3pPr>
              <a:buNone/>
              <a:defRPr sz="2400" b="1">
                <a:solidFill>
                  <a:srgbClr val="3803BF"/>
                </a:solidFill>
              </a:defRPr>
            </a:lvl3pPr>
            <a:lvl4pPr>
              <a:buNone/>
              <a:defRPr sz="2400" b="1">
                <a:solidFill>
                  <a:srgbClr val="3803BF"/>
                </a:solidFill>
              </a:defRPr>
            </a:lvl4pPr>
            <a:lvl5pPr>
              <a:buNone/>
              <a:defRPr sz="2400" b="1">
                <a:solidFill>
                  <a:srgbClr val="3803BF"/>
                </a:solidFill>
              </a:defRPr>
            </a:lvl5pPr>
            <a:lvl6pPr>
              <a:buNone/>
              <a:defRPr sz="2400" b="1">
                <a:solidFill>
                  <a:srgbClr val="3803BF"/>
                </a:solidFill>
              </a:defRPr>
            </a:lvl6pPr>
            <a:lvl7pPr>
              <a:buNone/>
              <a:defRPr sz="2400" b="1">
                <a:solidFill>
                  <a:srgbClr val="3803BF"/>
                </a:solidFill>
              </a:defRPr>
            </a:lvl7pPr>
            <a:lvl8pPr>
              <a:buNone/>
              <a:defRPr sz="2400" b="1">
                <a:solidFill>
                  <a:srgbClr val="3803BF"/>
                </a:solidFill>
              </a:defRPr>
            </a:lvl8pPr>
            <a:lvl9pPr>
              <a:buNone/>
              <a:defRPr sz="2400" b="1">
                <a:solidFill>
                  <a:srgbClr val="3803BF"/>
                </a:solidFill>
              </a:defRPr>
            </a:lvl9pPr>
          </a:lstStyle>
          <a:p xmlns:a="http://schemas.openxmlformats.org/drawingml/2006/main">
            <a:pPr>
              <a:buNone/>
              <a:defRPr sz="2400" b="1">
                <a:solidFill>
                  <a:srgbClr val="3803BF"/>
                </a:solidFill>
              </a:defRPr>
            </a:pPr>
            <a:r>
              <a:rPr sz="3200" b="1">
                <a:solidFill>
                  <a:srgbClr val="3803BF"/>
                </a:solidFill>
              </a:rPr>
              <a:t>Mögliche Folgen</a:t>
            </a:r>
            <a:endParaRPr sz="2400" b="1">
              <a:solidFill>
                <a:srgbClr val="3803BF"/>
              </a:solidFill>
            </a:endParaRPr>
          </a:p>
        </p:txBody>
      </p:sp>
      <p:sp>
        <p:nvSpPr>
          <p:cNvPr id="7" name="after-body">
            <a:extLst xmlns:a="http://schemas.openxmlformats.org/drawingml/2006/main">
              <a:ext uri="{FF2B5EF4-FFF2-40B4-BE49-F238E27FC236}">
                <a16:creationId xmlns:a16="http://schemas.microsoft.com/office/drawing/2014/main" id="{A1C20363-ADE9-40E8-86AD-F55E38295249}"/>
              </a:ext>
            </a:extLst>
          </p:cNvPr>
          <p:cNvSpPr>
            <a:spLocks xmlns:a="http://schemas.openxmlformats.org/drawingml/2006/main" noGrp="1"/>
          </p:cNvSpPr>
          <p:nvPr/>
        </p:nvSpPr>
        <p:spPr>
          <a:xfrm xmlns:a="http://schemas.openxmlformats.org/drawingml/2006/main">
            <a:off x="6534150" y="2951222"/>
            <a:ext cx="5014161"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34303E"/>
                </a:solidFill>
              </a:defRPr>
            </a:defPPr>
            <a:lvl1pPr>
              <a:buNone/>
              <a:defRPr sz="2250" b="0">
                <a:solidFill>
                  <a:srgbClr val="34303E"/>
                </a:solidFill>
              </a:defRPr>
            </a:lvl1pPr>
            <a:lvl2pPr>
              <a:buNone/>
              <a:defRPr sz="2250" b="0">
                <a:solidFill>
                  <a:srgbClr val="34303E"/>
                </a:solidFill>
              </a:defRPr>
            </a:lvl2pPr>
            <a:lvl3pPr>
              <a:buNone/>
              <a:defRPr sz="2250" b="0">
                <a:solidFill>
                  <a:srgbClr val="34303E"/>
                </a:solidFill>
              </a:defRPr>
            </a:lvl3pPr>
            <a:lvl4pPr>
              <a:buNone/>
              <a:defRPr sz="2250" b="0">
                <a:solidFill>
                  <a:srgbClr val="34303E"/>
                </a:solidFill>
              </a:defRPr>
            </a:lvl4pPr>
            <a:lvl5pPr>
              <a:buNone/>
              <a:defRPr sz="2250" b="0">
                <a:solidFill>
                  <a:srgbClr val="34303E"/>
                </a:solidFill>
              </a:defRPr>
            </a:lvl5pPr>
            <a:lvl6pPr>
              <a:buNone/>
              <a:defRPr sz="2250" b="0">
                <a:solidFill>
                  <a:srgbClr val="34303E"/>
                </a:solidFill>
              </a:defRPr>
            </a:lvl6pPr>
            <a:lvl7pPr>
              <a:buNone/>
              <a:defRPr sz="2250" b="0">
                <a:solidFill>
                  <a:srgbClr val="34303E"/>
                </a:solidFill>
              </a:defRPr>
            </a:lvl7pPr>
            <a:lvl8pPr>
              <a:buNone/>
              <a:defRPr sz="2250" b="0">
                <a:solidFill>
                  <a:srgbClr val="34303E"/>
                </a:solidFill>
              </a:defRPr>
            </a:lvl8pPr>
            <a:lvl9pPr>
              <a:buNone/>
              <a:defRPr sz="2250" b="0">
                <a:solidFill>
                  <a:srgbClr val="34303E"/>
                </a:solidFill>
              </a:defRPr>
            </a:lvl9pPr>
          </a:lstStyle>
          <a:p xmlns:a="http://schemas.openxmlformats.org/drawingml/2006/main">
            <a:pPr>
              <a:buNone/>
              <a:defRPr sz="2250" b="0">
                <a:solidFill>
                  <a:srgbClr val="34303E"/>
                </a:solidFill>
              </a:defRPr>
            </a:pPr>
            <a:r>
              <a:rPr sz="2800"/>
              <a:t>Weniger Beteiligung</a:t>
            </a:r>
          </a:p>
          <a:p xmlns:a="http://schemas.openxmlformats.org/drawingml/2006/main">
            <a:pPr>
              <a:buNone/>
              <a:defRPr sz="2250" b="0">
                <a:solidFill>
                  <a:srgbClr val="34303E"/>
                </a:solidFill>
              </a:defRPr>
            </a:pPr>
            <a:r>
              <a:rPr sz="2800"/>
              <a:t>und weniger Übung</a:t>
            </a:r>
          </a:p>
          <a:p xmlns:a="http://schemas.openxmlformats.org/drawingml/2006/main">
            <a:pPr>
              <a:buNone/>
              <a:defRPr sz="2250" b="0">
                <a:solidFill>
                  <a:srgbClr val="34303E"/>
                </a:solidFill>
              </a:defRPr>
            </a:pPr>
            <a:r>
              <a:rPr sz="2800"/>
              <a:t>im freien Sprechen.</a:t>
            </a:r>
            <a:endParaRPr sz="2800" b="0">
              <a:solidFill>
                <a:srgbClr val="34303E"/>
              </a:solidFill>
            </a:endParaRPr>
          </a:p>
        </p:txBody>
      </p:sp>
      <p:sp>
        <p:nvSpPr>
          <p:cNvPr id="8" name="Rechteck 7">
            <a:extLst xmlns:a="http://schemas.openxmlformats.org/drawingml/2006/main">
              <a:ext uri="{FF2B5EF4-FFF2-40B4-BE49-F238E27FC236}">
                <a16:creationId xmlns:a16="http://schemas.microsoft.com/office/drawing/2014/main" id="{43A96B1E-E7F5-9C4A-8791-96BCDF9100FA}"/>
              </a:ext>
            </a:extLst>
          </p:cNvPr>
          <p:cNvSpPr>
            <a:spLocks xmlns:a="http://schemas.openxmlformats.org/drawingml/2006/main" noGrp="1"/>
          </p:cNvSpPr>
          <p:nvPr/>
        </p:nvSpPr>
        <p:spPr>
          <a:xfrm xmlns:a="http://schemas.openxmlformats.org/drawingml/2006/main">
            <a:off x="723900" y="6115050"/>
            <a:ext cx="10820400" cy="640080"/>
          </a:xfrm>
          <a:prstGeom xmlns:a="http://schemas.openxmlformats.org/drawingml/2006/main" prst="rect">
            <a:avLst/>
          </a:prstGeom>
        </p:spPr>
        <p:txBody>
          <a:bodyPr xmlns:a="http://schemas.openxmlformats.org/drawingml/2006/main" wrap="square">
            <a:spAutoFit/>
          </a:bodyPr>
          <a:lstStyle xmlns:a="http://schemas.openxmlformats.org/drawingml/2006/main">
            <a:defPPr>
              <a:defRPr sz="1800" b="0" u="none">
                <a:solidFill>
                  <a:srgbClr val="5B5365"/>
                </a:solidFill>
                <a:latin typeface="Aptos"/>
                <a:ea typeface="Aptos"/>
                <a:cs typeface="Aptos"/>
              </a:defRPr>
            </a:defPPr>
          </a:lstStyle>
          <a:p xmlns:a="http://schemas.openxmlformats.org/drawingml/2006/main">
            <a:pPr>
              <a:defRPr sz="1800" b="0" u="none">
                <a:solidFill>
                  <a:srgbClr val="5B5365"/>
                </a:solidFill>
                <a:latin typeface="Aptos"/>
                <a:ea typeface="Aptos"/>
                <a:cs typeface="Aptos"/>
              </a:defRPr>
            </a:pPr>
            <a:r>
              <a:rPr sz="1800" b="0" u="none">
                <a:solidFill>
                  <a:srgbClr val="5B5365"/>
                </a:solidFill>
                <a:latin typeface="Aptos"/>
                <a:ea typeface="Aptos"/>
                <a:cs typeface="Aptos"/>
                <a:hlinkClick xmlns:r="http://schemas.openxmlformats.org/officeDocument/2006/relationships" r:id="Rda673dcb037f4dfd"/>
              </a:rPr>
              <a:t>National Literacy Trust (2025), Befragte von 8–18 Jahren</a:t>
            </a:r>
            <a:endParaRPr/>
          </a:p>
          <a:p xmlns:a="http://schemas.openxmlformats.org/drawingml/2006/main">
            <a:pPr>
              <a:defRPr sz="1800" b="0" u="none">
                <a:solidFill>
                  <a:srgbClr val="5B5365"/>
                </a:solidFill>
                <a:latin typeface="Aptos"/>
                <a:ea typeface="Aptos"/>
                <a:cs typeface="Aptos"/>
              </a:defRPr>
            </a:pPr>
            <a:r>
              <a:rPr sz="1800" b="0" u="none">
                <a:solidFill>
                  <a:srgbClr val="5B5365"/>
                </a:solidFill>
                <a:latin typeface="Aptos"/>
                <a:ea typeface="Aptos"/>
                <a:cs typeface="Aptos"/>
                <a:hlinkClick xmlns:r="http://schemas.openxmlformats.org/officeDocument/2006/relationships" r:id="Redee3e6bcf5f4102"/>
              </a:rPr>
              <a:t>Marinho et al. (2017), 1.135 Studierende</a:t>
            </a:r>
            <a:endParaRPr/>
          </a:p>
        </p:txBody>
      </p:sp>
      <p:sp>
        <p:nvSpPr>
          <p:cNvPr id="9" name="Textfeld 8">
            <a:extLst xmlns:a="http://schemas.openxmlformats.org/drawingml/2006/main">
              <a:ext uri="{FF2B5EF4-FFF2-40B4-BE49-F238E27FC236}">
                <a16:creationId xmlns:a16="http://schemas.microsoft.com/office/drawing/2014/main" id="{F614D8A4-469D-764C-A2B1-D87E361F77ED}"/>
              </a:ext>
            </a:extLst>
          </p:cNvPr>
          <p:cNvSpPr>
            <a:spLocks xmlns:a="http://schemas.openxmlformats.org/drawingml/2006/main" noGrp="1"/>
          </p:cNvSpPr>
          <p:nvPr/>
        </p:nvSpPr>
        <p:spPr>
          <a:xfrm xmlns:a="http://schemas.openxmlformats.org/drawingml/2006/main">
            <a:off x="723900" y="5095875"/>
            <a:ext cx="10820400" cy="944880"/>
          </a:xfrm>
          <a:prstGeom xmlns:a="http://schemas.openxmlformats.org/drawingml/2006/main" prst="rect">
            <a:avLst/>
          </a:prstGeom>
          <a:noFill xmlns:a="http://schemas.openxmlformats.org/drawingml/2006/main"/>
        </p:spPr>
        <p:txBody>
          <a:bodyPr xmlns:a="http://schemas.openxmlformats.org/drawingml/2006/main" wrap="square">
            <a:noAutofit/>
          </a:bodyPr>
          <a:lstStyle xmlns:a="http://schemas.openxmlformats.org/drawingml/2006/main">
            <a:defPPr>
              <a:defRPr sz="2800" b="0">
                <a:solidFill>
                  <a:srgbClr val="34303E"/>
                </a:solidFill>
                <a:latin typeface="Aptos"/>
                <a:ea typeface="Aptos"/>
                <a:cs typeface="Aptos"/>
              </a:defRPr>
            </a:defPPr>
          </a:lstStyle>
          <a:p xmlns:a="http://schemas.openxmlformats.org/drawingml/2006/main">
            <a:pPr>
              <a:defRPr sz="2800" b="0">
                <a:solidFill>
                  <a:srgbClr val="34303E"/>
                </a:solidFill>
                <a:latin typeface="Aptos"/>
                <a:ea typeface="Aptos"/>
                <a:cs typeface="Aptos"/>
              </a:defRPr>
            </a:pPr>
            <a:r>
              <a:rPr sz="2800" b="0">
                <a:solidFill>
                  <a:srgbClr val="34303E"/>
                </a:solidFill>
                <a:latin typeface="Aptos"/>
                <a:ea typeface="Aptos"/>
                <a:cs typeface="Aptos"/>
              </a:rPr>
              <a:t>89,3 %</a:t>
            </a:r>
            <a:r>
              <a:rPr sz="2800" b="0">
                <a:solidFill>
                  <a:srgbClr val="34303E"/>
                </a:solidFill>
                <a:latin typeface="Aptos"/>
                <a:ea typeface="Aptos"/>
                <a:cs typeface="Aptos"/>
              </a:rPr>
              <a:t> der befragten Studierenden wünschen sich Vortragstraining.</a:t>
            </a:r>
          </a:p>
        </p:txBody>
      </p:sp>
    </p:spTree>
    <p:extLst>
      <p:ext uri="{BB962C8B-B14F-4D97-AF65-F5344CB8AC3E}">
        <p14:creationId xmlns:p14="http://schemas.microsoft.com/office/powerpoint/2010/main" val="119194592"/>
      </p:ext>
    </p:extLst>
  </p:cSld>
</p:sld>
</file>

<file path=ppt/slides/slide2.xml><?xml version="1.0" encoding="utf-8"?>
<p:sld xmlns:p="http://schemas.openxmlformats.org/presentationml/2006/main">
  <p:cSld>
    <p:bg>
      <p:bgPr>
        <a:solidFill xmlns:a="http://schemas.openxmlformats.org/drawingml/2006/main">
          <a:srgbClr val="0C0C15"/>
        </a:solidFill>
      </p:bgPr>
    </p:bg>
    <p:spTree>
      <p:nvGrpSpPr>
        <p:cNvPr id="1" name=""/>
        <p:cNvGrpSpPr/>
        <p:nvPr/>
      </p:nvGrpSpPr>
      <p:grpSpPr>
        <a:xfrm xmlns:a="http://schemas.openxmlformats.org/drawingml/2006/main"/>
      </p:grpSpPr>
      <p:sp>
        <p:nvSpPr>
          <p:cNvPr id="2" name="product-name">
            <a:extLst xmlns:a="http://schemas.openxmlformats.org/drawingml/2006/main">
              <a:ext uri="{FF2B5EF4-FFF2-40B4-BE49-F238E27FC236}">
                <a16:creationId xmlns:a16="http://schemas.microsoft.com/office/drawing/2014/main" id="{CDA635EC-5318-4565-B9AC-FB3D2DD5AD21}"/>
              </a:ext>
            </a:extLst>
          </p:cNvPr>
          <p:cNvSpPr>
            <a:spLocks xmlns:a="http://schemas.openxmlformats.org/drawingml/2006/main" noGrp="1"/>
          </p:cNvSpPr>
          <p:nvPr/>
        </p:nvSpPr>
        <p:spPr>
          <a:xfrm xmlns:a="http://schemas.openxmlformats.org/drawingml/2006/main">
            <a:off x="685800" y="333375"/>
            <a:ext cx="952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B69CFF"/>
                </a:solidFill>
              </a:defRPr>
            </a:defPPr>
            <a:lvl1pPr>
              <a:buNone/>
              <a:defRPr sz="1800" b="1">
                <a:solidFill>
                  <a:srgbClr val="B69CFF"/>
                </a:solidFill>
              </a:defRPr>
            </a:lvl1pPr>
            <a:lvl2pPr>
              <a:buNone/>
              <a:defRPr sz="1800" b="1">
                <a:solidFill>
                  <a:srgbClr val="B69CFF"/>
                </a:solidFill>
              </a:defRPr>
            </a:lvl2pPr>
            <a:lvl3pPr>
              <a:buNone/>
              <a:defRPr sz="1800" b="1">
                <a:solidFill>
                  <a:srgbClr val="B69CFF"/>
                </a:solidFill>
              </a:defRPr>
            </a:lvl3pPr>
            <a:lvl4pPr>
              <a:buNone/>
              <a:defRPr sz="1800" b="1">
                <a:solidFill>
                  <a:srgbClr val="B69CFF"/>
                </a:solidFill>
              </a:defRPr>
            </a:lvl4pPr>
            <a:lvl5pPr>
              <a:buNone/>
              <a:defRPr sz="1800" b="1">
                <a:solidFill>
                  <a:srgbClr val="B69CFF"/>
                </a:solidFill>
              </a:defRPr>
            </a:lvl5pPr>
            <a:lvl6pPr>
              <a:buNone/>
              <a:defRPr sz="1800" b="1">
                <a:solidFill>
                  <a:srgbClr val="B69CFF"/>
                </a:solidFill>
              </a:defRPr>
            </a:lvl6pPr>
            <a:lvl7pPr>
              <a:buNone/>
              <a:defRPr sz="1800" b="1">
                <a:solidFill>
                  <a:srgbClr val="B69CFF"/>
                </a:solidFill>
              </a:defRPr>
            </a:lvl7pPr>
            <a:lvl8pPr>
              <a:buNone/>
              <a:defRPr sz="1800" b="1">
                <a:solidFill>
                  <a:srgbClr val="B69CFF"/>
                </a:solidFill>
              </a:defRPr>
            </a:lvl8pPr>
            <a:lvl9pPr>
              <a:buNone/>
              <a:defRPr sz="1800" b="1">
                <a:solidFill>
                  <a:srgbClr val="B69CFF"/>
                </a:solidFill>
              </a:defRPr>
            </a:lvl9pPr>
          </a:lstStyle>
          <a:p xmlns:a="http://schemas.openxmlformats.org/drawingml/2006/main">
            <a:pPr>
              <a:buNone/>
              <a:defRPr sz="1800" b="1">
                <a:solidFill>
                  <a:srgbClr val="B69CFF"/>
                </a:solidFill>
              </a:defRPr>
            </a:pPr>
            <a:r>
              <a:rPr sz="2000" b="1">
                <a:solidFill>
                  <a:srgbClr val="B69CFF"/>
                </a:solidFill>
              </a:rPr>
              <a:t>PITCH PRACTICE</a:t>
            </a:r>
          </a:p>
        </p:txBody>
      </p:sp>
      <p:sp>
        <p:nvSpPr>
          <p:cNvPr id="3" name="capabilities-title">
            <a:extLst xmlns:a="http://schemas.openxmlformats.org/drawingml/2006/main">
              <a:ext uri="{FF2B5EF4-FFF2-40B4-BE49-F238E27FC236}">
                <a16:creationId xmlns:a16="http://schemas.microsoft.com/office/drawing/2014/main" id="{669BD113-597A-4ACD-BC3C-21FE8DDFF343}"/>
              </a:ext>
            </a:extLst>
          </p:cNvPr>
          <p:cNvSpPr>
            <a:spLocks xmlns:a="http://schemas.openxmlformats.org/drawingml/2006/main" noGrp="1"/>
          </p:cNvSpPr>
          <p:nvPr/>
        </p:nvSpPr>
        <p:spPr>
          <a:xfrm xmlns:a="http://schemas.openxmlformats.org/drawingml/2006/main">
            <a:off x="685800" y="9144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350" b="1">
                <a:solidFill>
                  <a:srgbClr val="FFFFFF"/>
                </a:solidFill>
              </a:defRPr>
            </a:defPPr>
            <a:lvl1pPr>
              <a:buNone/>
              <a:defRPr sz="4350" b="1">
                <a:solidFill>
                  <a:srgbClr val="FFFFFF"/>
                </a:solidFill>
              </a:defRPr>
            </a:lvl1pPr>
            <a:lvl2pPr>
              <a:buNone/>
              <a:defRPr sz="4350" b="1">
                <a:solidFill>
                  <a:srgbClr val="FFFFFF"/>
                </a:solidFill>
              </a:defRPr>
            </a:lvl2pPr>
            <a:lvl3pPr>
              <a:buNone/>
              <a:defRPr sz="4350" b="1">
                <a:solidFill>
                  <a:srgbClr val="FFFFFF"/>
                </a:solidFill>
              </a:defRPr>
            </a:lvl3pPr>
            <a:lvl4pPr>
              <a:buNone/>
              <a:defRPr sz="4350" b="1">
                <a:solidFill>
                  <a:srgbClr val="FFFFFF"/>
                </a:solidFill>
              </a:defRPr>
            </a:lvl4pPr>
            <a:lvl5pPr>
              <a:buNone/>
              <a:defRPr sz="4350" b="1">
                <a:solidFill>
                  <a:srgbClr val="FFFFFF"/>
                </a:solidFill>
              </a:defRPr>
            </a:lvl5pPr>
            <a:lvl6pPr>
              <a:buNone/>
              <a:defRPr sz="4350" b="1">
                <a:solidFill>
                  <a:srgbClr val="FFFFFF"/>
                </a:solidFill>
              </a:defRPr>
            </a:lvl6pPr>
            <a:lvl7pPr>
              <a:buNone/>
              <a:defRPr sz="4350" b="1">
                <a:solidFill>
                  <a:srgbClr val="FFFFFF"/>
                </a:solidFill>
              </a:defRPr>
            </a:lvl7pPr>
            <a:lvl8pPr>
              <a:buNone/>
              <a:defRPr sz="4350" b="1">
                <a:solidFill>
                  <a:srgbClr val="FFFFFF"/>
                </a:solidFill>
              </a:defRPr>
            </a:lvl8pPr>
            <a:lvl9pPr>
              <a:buNone/>
              <a:defRPr sz="4350" b="1">
                <a:solidFill>
                  <a:srgbClr val="FFFFFF"/>
                </a:solidFill>
              </a:defRPr>
            </a:lvl9pPr>
          </a:lstStyle>
          <a:p xmlns:a="http://schemas.openxmlformats.org/drawingml/2006/main">
            <a:pPr>
              <a:buNone/>
              <a:defRPr sz="4350" b="1">
                <a:solidFill>
                  <a:srgbClr val="FFFFFF"/>
                </a:solidFill>
              </a:defRPr>
            </a:pPr>
            <a:r>
              <a:rPr sz="4800" b="1">
                <a:solidFill>
                  <a:srgbClr val="FFFFFF"/>
                </a:solidFill>
              </a:rPr>
              <a:t>Unsere</a:t>
            </a:r>
            <a:r>
              <a:rPr sz="4800" b="1">
                <a:solidFill>
                  <a:srgbClr val="FFFFFF"/>
                </a:solidFill>
              </a:rPr>
              <a:t> </a:t>
            </a:r>
            <a:r>
              <a:rPr sz="4800" b="1">
                <a:solidFill>
                  <a:srgbClr val="B69DFF"/>
                </a:solidFill>
              </a:rPr>
              <a:t>Lösung</a:t>
            </a:r>
            <a:endParaRPr sz="4800" b="1">
              <a:solidFill>
                <a:srgbClr val="B69DFF"/>
              </a:solidFill>
            </a:endParaRPr>
          </a:p>
        </p:txBody>
      </p:sp>
      <p:sp>
        <p:nvSpPr>
          <p:cNvPr id="4" name="feature-number-0">
            <a:extLst xmlns:a="http://schemas.openxmlformats.org/drawingml/2006/main">
              <a:ext uri="{FF2B5EF4-FFF2-40B4-BE49-F238E27FC236}">
                <a16:creationId xmlns:a16="http://schemas.microsoft.com/office/drawing/2014/main" id="{03CF29D1-4B11-4B51-BDCF-741BD6CE5466}"/>
              </a:ext>
            </a:extLst>
          </p:cNvPr>
          <p:cNvSpPr>
            <a:spLocks xmlns:a="http://schemas.openxmlformats.org/drawingml/2006/main" noGrp="1"/>
          </p:cNvSpPr>
          <p:nvPr/>
        </p:nvSpPr>
        <p:spPr>
          <a:xfrm xmlns:a="http://schemas.openxmlformats.org/drawingml/2006/main">
            <a:off x="685800" y="2028825"/>
            <a:ext cx="47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B69CFF"/>
                </a:solidFill>
              </a:defRPr>
            </a:defPPr>
            <a:lvl1pPr>
              <a:buNone/>
              <a:defRPr sz="1950" b="1">
                <a:solidFill>
                  <a:srgbClr val="B69CFF"/>
                </a:solidFill>
              </a:defRPr>
            </a:lvl1pPr>
            <a:lvl2pPr>
              <a:buNone/>
              <a:defRPr sz="1950" b="1">
                <a:solidFill>
                  <a:srgbClr val="B69CFF"/>
                </a:solidFill>
              </a:defRPr>
            </a:lvl2pPr>
            <a:lvl3pPr>
              <a:buNone/>
              <a:defRPr sz="1950" b="1">
                <a:solidFill>
                  <a:srgbClr val="B69CFF"/>
                </a:solidFill>
              </a:defRPr>
            </a:lvl3pPr>
            <a:lvl4pPr>
              <a:buNone/>
              <a:defRPr sz="1950" b="1">
                <a:solidFill>
                  <a:srgbClr val="B69CFF"/>
                </a:solidFill>
              </a:defRPr>
            </a:lvl4pPr>
            <a:lvl5pPr>
              <a:buNone/>
              <a:defRPr sz="1950" b="1">
                <a:solidFill>
                  <a:srgbClr val="B69CFF"/>
                </a:solidFill>
              </a:defRPr>
            </a:lvl5pPr>
            <a:lvl6pPr>
              <a:buNone/>
              <a:defRPr sz="1950" b="1">
                <a:solidFill>
                  <a:srgbClr val="B69CFF"/>
                </a:solidFill>
              </a:defRPr>
            </a:lvl6pPr>
            <a:lvl7pPr>
              <a:buNone/>
              <a:defRPr sz="1950" b="1">
                <a:solidFill>
                  <a:srgbClr val="B69CFF"/>
                </a:solidFill>
              </a:defRPr>
            </a:lvl7pPr>
            <a:lvl8pPr>
              <a:buNone/>
              <a:defRPr sz="1950" b="1">
                <a:solidFill>
                  <a:srgbClr val="B69CFF"/>
                </a:solidFill>
              </a:defRPr>
            </a:lvl8pPr>
            <a:lvl9pPr>
              <a:buNone/>
              <a:defRPr sz="1950" b="1">
                <a:solidFill>
                  <a:srgbClr val="B69CFF"/>
                </a:solidFill>
              </a:defRPr>
            </a:lvl9pPr>
          </a:lstStyle>
          <a:p xmlns:a="http://schemas.openxmlformats.org/drawingml/2006/main">
            <a:pPr>
              <a:buNone/>
              <a:defRPr sz="1950" b="1">
                <a:solidFill>
                  <a:srgbClr val="B69CFF"/>
                </a:solidFill>
              </a:defRPr>
            </a:pPr>
            <a:r>
              <a:rPr sz="1950" b="1">
                <a:solidFill>
                  <a:srgbClr val="B69CFF"/>
                </a:solidFill>
              </a:rPr>
              <a:t>01</a:t>
            </a:r>
          </a:p>
        </p:txBody>
      </p:sp>
      <p:sp>
        <p:nvSpPr>
          <p:cNvPr id="5" name="feature-title-0">
            <a:extLst xmlns:a="http://schemas.openxmlformats.org/drawingml/2006/main">
              <a:ext uri="{FF2B5EF4-FFF2-40B4-BE49-F238E27FC236}">
                <a16:creationId xmlns:a16="http://schemas.microsoft.com/office/drawing/2014/main" id="{1D5E4F31-3E90-4753-831C-17C961032283}"/>
              </a:ext>
            </a:extLst>
          </p:cNvPr>
          <p:cNvSpPr>
            <a:spLocks xmlns:a="http://schemas.openxmlformats.org/drawingml/2006/main" noGrp="1"/>
          </p:cNvSpPr>
          <p:nvPr/>
        </p:nvSpPr>
        <p:spPr>
          <a:xfrm xmlns:a="http://schemas.openxmlformats.org/drawingml/2006/main">
            <a:off x="1323975" y="2000250"/>
            <a:ext cx="4619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FFFFFF"/>
                </a:solidFill>
              </a:defRPr>
            </a:defPPr>
            <a:lvl1pPr>
              <a:buNone/>
              <a:defRPr sz="2400" b="1">
                <a:solidFill>
                  <a:srgbClr val="FFFFFF"/>
                </a:solidFill>
              </a:defRPr>
            </a:lvl1pPr>
            <a:lvl2pPr>
              <a:buNone/>
              <a:defRPr sz="2400" b="1">
                <a:solidFill>
                  <a:srgbClr val="FFFFFF"/>
                </a:solidFill>
              </a:defRPr>
            </a:lvl2pPr>
            <a:lvl3pPr>
              <a:buNone/>
              <a:defRPr sz="2400" b="1">
                <a:solidFill>
                  <a:srgbClr val="FFFFFF"/>
                </a:solidFill>
              </a:defRPr>
            </a:lvl3pPr>
            <a:lvl4pPr>
              <a:buNone/>
              <a:defRPr sz="2400" b="1">
                <a:solidFill>
                  <a:srgbClr val="FFFFFF"/>
                </a:solidFill>
              </a:defRPr>
            </a:lvl4pPr>
            <a:lvl5pPr>
              <a:buNone/>
              <a:defRPr sz="2400" b="1">
                <a:solidFill>
                  <a:srgbClr val="FFFFFF"/>
                </a:solidFill>
              </a:defRPr>
            </a:lvl5pPr>
            <a:lvl6pPr>
              <a:buNone/>
              <a:defRPr sz="2400" b="1">
                <a:solidFill>
                  <a:srgbClr val="FFFFFF"/>
                </a:solidFill>
              </a:defRPr>
            </a:lvl6pPr>
            <a:lvl7pPr>
              <a:buNone/>
              <a:defRPr sz="2400" b="1">
                <a:solidFill>
                  <a:srgbClr val="FFFFFF"/>
                </a:solidFill>
              </a:defRPr>
            </a:lvl7pPr>
            <a:lvl8pPr>
              <a:buNone/>
              <a:defRPr sz="2400" b="1">
                <a:solidFill>
                  <a:srgbClr val="FFFFFF"/>
                </a:solidFill>
              </a:defRPr>
            </a:lvl8pPr>
            <a:lvl9pPr>
              <a:buNone/>
              <a:defRPr sz="2400" b="1">
                <a:solidFill>
                  <a:srgbClr val="FFFFFF"/>
                </a:solidFill>
              </a:defRPr>
            </a:lvl9pPr>
          </a:lstStyle>
          <a:p xmlns:a="http://schemas.openxmlformats.org/drawingml/2006/main">
            <a:pPr>
              <a:buNone/>
              <a:defRPr sz="2400" b="1">
                <a:solidFill>
                  <a:srgbClr val="FFFFFF"/>
                </a:solidFill>
              </a:defRPr>
            </a:pPr>
            <a:r>
              <a:rPr sz="2800" b="1">
                <a:solidFill>
                  <a:srgbClr val="FFFFFF"/>
                </a:solidFill>
              </a:rPr>
              <a:t>Haltung</a:t>
            </a:r>
            <a:r>
              <a:rPr sz="2800" b="1">
                <a:solidFill>
                  <a:srgbClr val="FFFFFF"/>
                </a:solidFill>
              </a:rPr>
              <a:t> und </a:t>
            </a:r>
            <a:r>
              <a:rPr sz="2800" b="1">
                <a:solidFill>
                  <a:srgbClr val="FFFFFF"/>
                </a:solidFill>
              </a:rPr>
              <a:t>Gestik</a:t>
            </a:r>
            <a:endParaRPr sz="2800" b="1">
              <a:solidFill>
                <a:srgbClr val="FFFFFF"/>
              </a:solidFill>
            </a:endParaRPr>
          </a:p>
        </p:txBody>
      </p:sp>
      <p:sp>
        <p:nvSpPr>
          <p:cNvPr id="6" name="feature-detail-0">
            <a:extLst xmlns:a="http://schemas.openxmlformats.org/drawingml/2006/main">
              <a:ext uri="{FF2B5EF4-FFF2-40B4-BE49-F238E27FC236}">
                <a16:creationId xmlns:a16="http://schemas.microsoft.com/office/drawing/2014/main" id="{D302A9E0-7255-4A4B-9A3A-983786FDBEDE}"/>
              </a:ext>
            </a:extLst>
          </p:cNvPr>
          <p:cNvSpPr>
            <a:spLocks xmlns:a="http://schemas.openxmlformats.org/drawingml/2006/main" noGrp="1"/>
          </p:cNvSpPr>
          <p:nvPr/>
        </p:nvSpPr>
        <p:spPr>
          <a:xfrm xmlns:a="http://schemas.openxmlformats.org/drawingml/2006/main">
            <a:off x="1323975" y="2381250"/>
            <a:ext cx="46386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FAABA"/>
                </a:solidFill>
              </a:defRPr>
            </a:defPPr>
            <a:lvl1pPr>
              <a:buNone/>
              <a:defRPr sz="1725" b="0">
                <a:solidFill>
                  <a:srgbClr val="AFAABA"/>
                </a:solidFill>
              </a:defRPr>
            </a:lvl1pPr>
            <a:lvl2pPr>
              <a:buNone/>
              <a:defRPr sz="1725" b="0">
                <a:solidFill>
                  <a:srgbClr val="AFAABA"/>
                </a:solidFill>
              </a:defRPr>
            </a:lvl2pPr>
            <a:lvl3pPr>
              <a:buNone/>
              <a:defRPr sz="1725" b="0">
                <a:solidFill>
                  <a:srgbClr val="AFAABA"/>
                </a:solidFill>
              </a:defRPr>
            </a:lvl3pPr>
            <a:lvl4pPr>
              <a:buNone/>
              <a:defRPr sz="1725" b="0">
                <a:solidFill>
                  <a:srgbClr val="AFAABA"/>
                </a:solidFill>
              </a:defRPr>
            </a:lvl4pPr>
            <a:lvl5pPr>
              <a:buNone/>
              <a:defRPr sz="1725" b="0">
                <a:solidFill>
                  <a:srgbClr val="AFAABA"/>
                </a:solidFill>
              </a:defRPr>
            </a:lvl5pPr>
            <a:lvl6pPr>
              <a:buNone/>
              <a:defRPr sz="1725" b="0">
                <a:solidFill>
                  <a:srgbClr val="AFAABA"/>
                </a:solidFill>
              </a:defRPr>
            </a:lvl6pPr>
            <a:lvl7pPr>
              <a:buNone/>
              <a:defRPr sz="1725" b="0">
                <a:solidFill>
                  <a:srgbClr val="AFAABA"/>
                </a:solidFill>
              </a:defRPr>
            </a:lvl7pPr>
            <a:lvl8pPr>
              <a:buNone/>
              <a:defRPr sz="1725" b="0">
                <a:solidFill>
                  <a:srgbClr val="AFAABA"/>
                </a:solidFill>
              </a:defRPr>
            </a:lvl8pPr>
            <a:lvl9pPr>
              <a:buNone/>
              <a:defRPr sz="1725" b="0">
                <a:solidFill>
                  <a:srgbClr val="AFAABA"/>
                </a:solidFill>
              </a:defRPr>
            </a:lvl9pPr>
          </a:lstStyle>
          <a:p xmlns:a="http://schemas.openxmlformats.org/drawingml/2006/main">
            <a:pPr>
              <a:buNone/>
              <a:defRPr sz="1725" b="0">
                <a:solidFill>
                  <a:srgbClr val="AFAABA"/>
                </a:solidFill>
              </a:defRPr>
            </a:pPr>
            <a:r>
              <a:rPr sz="2000" b="0">
                <a:solidFill>
                  <a:srgbClr val="AFAABA"/>
                </a:solidFill>
              </a:rPr>
              <a:t>Bewegungen</a:t>
            </a:r>
            <a:r>
              <a:rPr sz="2000" b="0">
                <a:solidFill>
                  <a:srgbClr val="AFAABA"/>
                </a:solidFill>
              </a:rPr>
              <a:t> und </a:t>
            </a:r>
            <a:r>
              <a:rPr sz="2000" b="0">
                <a:solidFill>
                  <a:srgbClr val="AFAABA"/>
                </a:solidFill>
              </a:rPr>
              <a:t>Kopforientierung</a:t>
            </a:r>
            <a:endParaRPr sz="2000" b="0">
              <a:solidFill>
                <a:srgbClr val="AFAABA"/>
              </a:solidFill>
            </a:endParaRPr>
          </a:p>
        </p:txBody>
      </p:sp>
      <p:sp>
        <p:nvSpPr>
          <p:cNvPr id="7" name="feature-number-1">
            <a:extLst xmlns:a="http://schemas.openxmlformats.org/drawingml/2006/main">
              <a:ext uri="{FF2B5EF4-FFF2-40B4-BE49-F238E27FC236}">
                <a16:creationId xmlns:a16="http://schemas.microsoft.com/office/drawing/2014/main" id="{B37E0B78-4AAA-4FDF-99CE-0D11AA21CE45}"/>
              </a:ext>
            </a:extLst>
          </p:cNvPr>
          <p:cNvSpPr>
            <a:spLocks xmlns:a="http://schemas.openxmlformats.org/drawingml/2006/main" noGrp="1"/>
          </p:cNvSpPr>
          <p:nvPr/>
        </p:nvSpPr>
        <p:spPr>
          <a:xfrm xmlns:a="http://schemas.openxmlformats.org/drawingml/2006/main">
            <a:off x="685800" y="2819400"/>
            <a:ext cx="47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B69CFF"/>
                </a:solidFill>
              </a:defRPr>
            </a:defPPr>
            <a:lvl1pPr>
              <a:buNone/>
              <a:defRPr sz="1950" b="1">
                <a:solidFill>
                  <a:srgbClr val="B69CFF"/>
                </a:solidFill>
              </a:defRPr>
            </a:lvl1pPr>
            <a:lvl2pPr>
              <a:buNone/>
              <a:defRPr sz="1950" b="1">
                <a:solidFill>
                  <a:srgbClr val="B69CFF"/>
                </a:solidFill>
              </a:defRPr>
            </a:lvl2pPr>
            <a:lvl3pPr>
              <a:buNone/>
              <a:defRPr sz="1950" b="1">
                <a:solidFill>
                  <a:srgbClr val="B69CFF"/>
                </a:solidFill>
              </a:defRPr>
            </a:lvl3pPr>
            <a:lvl4pPr>
              <a:buNone/>
              <a:defRPr sz="1950" b="1">
                <a:solidFill>
                  <a:srgbClr val="B69CFF"/>
                </a:solidFill>
              </a:defRPr>
            </a:lvl4pPr>
            <a:lvl5pPr>
              <a:buNone/>
              <a:defRPr sz="1950" b="1">
                <a:solidFill>
                  <a:srgbClr val="B69CFF"/>
                </a:solidFill>
              </a:defRPr>
            </a:lvl5pPr>
            <a:lvl6pPr>
              <a:buNone/>
              <a:defRPr sz="1950" b="1">
                <a:solidFill>
                  <a:srgbClr val="B69CFF"/>
                </a:solidFill>
              </a:defRPr>
            </a:lvl6pPr>
            <a:lvl7pPr>
              <a:buNone/>
              <a:defRPr sz="1950" b="1">
                <a:solidFill>
                  <a:srgbClr val="B69CFF"/>
                </a:solidFill>
              </a:defRPr>
            </a:lvl7pPr>
            <a:lvl8pPr>
              <a:buNone/>
              <a:defRPr sz="1950" b="1">
                <a:solidFill>
                  <a:srgbClr val="B69CFF"/>
                </a:solidFill>
              </a:defRPr>
            </a:lvl8pPr>
            <a:lvl9pPr>
              <a:buNone/>
              <a:defRPr sz="1950" b="1">
                <a:solidFill>
                  <a:srgbClr val="B69CFF"/>
                </a:solidFill>
              </a:defRPr>
            </a:lvl9pPr>
          </a:lstStyle>
          <a:p xmlns:a="http://schemas.openxmlformats.org/drawingml/2006/main">
            <a:pPr>
              <a:buNone/>
              <a:defRPr sz="1950" b="1">
                <a:solidFill>
                  <a:srgbClr val="B69CFF"/>
                </a:solidFill>
              </a:defRPr>
            </a:pPr>
            <a:r>
              <a:rPr sz="1950" b="1">
                <a:solidFill>
                  <a:srgbClr val="B69CFF"/>
                </a:solidFill>
              </a:rPr>
              <a:t>02</a:t>
            </a:r>
          </a:p>
        </p:txBody>
      </p:sp>
      <p:sp>
        <p:nvSpPr>
          <p:cNvPr id="8" name="feature-title-1">
            <a:extLst xmlns:a="http://schemas.openxmlformats.org/drawingml/2006/main">
              <a:ext uri="{FF2B5EF4-FFF2-40B4-BE49-F238E27FC236}">
                <a16:creationId xmlns:a16="http://schemas.microsoft.com/office/drawing/2014/main" id="{73918E85-FF62-45A9-BA85-1432A9520534}"/>
              </a:ext>
            </a:extLst>
          </p:cNvPr>
          <p:cNvSpPr>
            <a:spLocks xmlns:a="http://schemas.openxmlformats.org/drawingml/2006/main" noGrp="1"/>
          </p:cNvSpPr>
          <p:nvPr/>
        </p:nvSpPr>
        <p:spPr>
          <a:xfrm xmlns:a="http://schemas.openxmlformats.org/drawingml/2006/main">
            <a:off x="1323975" y="2790825"/>
            <a:ext cx="4619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FFFFFF"/>
                </a:solidFill>
              </a:defRPr>
            </a:defPPr>
            <a:lvl1pPr>
              <a:buNone/>
              <a:defRPr sz="2400" b="1">
                <a:solidFill>
                  <a:srgbClr val="FFFFFF"/>
                </a:solidFill>
              </a:defRPr>
            </a:lvl1pPr>
            <a:lvl2pPr>
              <a:buNone/>
              <a:defRPr sz="2400" b="1">
                <a:solidFill>
                  <a:srgbClr val="FFFFFF"/>
                </a:solidFill>
              </a:defRPr>
            </a:lvl2pPr>
            <a:lvl3pPr>
              <a:buNone/>
              <a:defRPr sz="2400" b="1">
                <a:solidFill>
                  <a:srgbClr val="FFFFFF"/>
                </a:solidFill>
              </a:defRPr>
            </a:lvl3pPr>
            <a:lvl4pPr>
              <a:buNone/>
              <a:defRPr sz="2400" b="1">
                <a:solidFill>
                  <a:srgbClr val="FFFFFF"/>
                </a:solidFill>
              </a:defRPr>
            </a:lvl4pPr>
            <a:lvl5pPr>
              <a:buNone/>
              <a:defRPr sz="2400" b="1">
                <a:solidFill>
                  <a:srgbClr val="FFFFFF"/>
                </a:solidFill>
              </a:defRPr>
            </a:lvl5pPr>
            <a:lvl6pPr>
              <a:buNone/>
              <a:defRPr sz="2400" b="1">
                <a:solidFill>
                  <a:srgbClr val="FFFFFF"/>
                </a:solidFill>
              </a:defRPr>
            </a:lvl6pPr>
            <a:lvl7pPr>
              <a:buNone/>
              <a:defRPr sz="2400" b="1">
                <a:solidFill>
                  <a:srgbClr val="FFFFFF"/>
                </a:solidFill>
              </a:defRPr>
            </a:lvl7pPr>
            <a:lvl8pPr>
              <a:buNone/>
              <a:defRPr sz="2400" b="1">
                <a:solidFill>
                  <a:srgbClr val="FFFFFF"/>
                </a:solidFill>
              </a:defRPr>
            </a:lvl8pPr>
            <a:lvl9pPr>
              <a:buNone/>
              <a:defRPr sz="2400" b="1">
                <a:solidFill>
                  <a:srgbClr val="FFFFFF"/>
                </a:solidFill>
              </a:defRPr>
            </a:lvl9pPr>
          </a:lstStyle>
          <a:p xmlns:a="http://schemas.openxmlformats.org/drawingml/2006/main">
            <a:pPr>
              <a:buNone/>
              <a:defRPr sz="2400" b="1">
                <a:solidFill>
                  <a:srgbClr val="FFFFFF"/>
                </a:solidFill>
              </a:defRPr>
            </a:pPr>
            <a:r>
              <a:rPr sz="2800" b="1">
                <a:solidFill>
                  <a:srgbClr val="FFFFFF"/>
                </a:solidFill>
              </a:rPr>
              <a:t>Sprache</a:t>
            </a:r>
            <a:endParaRPr sz="2400" b="1">
              <a:solidFill>
                <a:srgbClr val="FFFFFF"/>
              </a:solidFill>
            </a:endParaRPr>
          </a:p>
        </p:txBody>
      </p:sp>
      <p:sp>
        <p:nvSpPr>
          <p:cNvPr id="9" name="feature-detail-1">
            <a:extLst xmlns:a="http://schemas.openxmlformats.org/drawingml/2006/main">
              <a:ext uri="{FF2B5EF4-FFF2-40B4-BE49-F238E27FC236}">
                <a16:creationId xmlns:a16="http://schemas.microsoft.com/office/drawing/2014/main" id="{89720D10-B1A4-440B-9A93-E95489698BB6}"/>
              </a:ext>
            </a:extLst>
          </p:cNvPr>
          <p:cNvSpPr>
            <a:spLocks xmlns:a="http://schemas.openxmlformats.org/drawingml/2006/main" noGrp="1"/>
          </p:cNvSpPr>
          <p:nvPr/>
        </p:nvSpPr>
        <p:spPr>
          <a:xfrm xmlns:a="http://schemas.openxmlformats.org/drawingml/2006/main">
            <a:off x="1323975" y="3171825"/>
            <a:ext cx="46386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FAABA"/>
                </a:solidFill>
              </a:defRPr>
            </a:defPPr>
            <a:lvl1pPr>
              <a:buNone/>
              <a:defRPr sz="1725" b="0">
                <a:solidFill>
                  <a:srgbClr val="AFAABA"/>
                </a:solidFill>
              </a:defRPr>
            </a:lvl1pPr>
            <a:lvl2pPr>
              <a:buNone/>
              <a:defRPr sz="1725" b="0">
                <a:solidFill>
                  <a:srgbClr val="AFAABA"/>
                </a:solidFill>
              </a:defRPr>
            </a:lvl2pPr>
            <a:lvl3pPr>
              <a:buNone/>
              <a:defRPr sz="1725" b="0">
                <a:solidFill>
                  <a:srgbClr val="AFAABA"/>
                </a:solidFill>
              </a:defRPr>
            </a:lvl3pPr>
            <a:lvl4pPr>
              <a:buNone/>
              <a:defRPr sz="1725" b="0">
                <a:solidFill>
                  <a:srgbClr val="AFAABA"/>
                </a:solidFill>
              </a:defRPr>
            </a:lvl4pPr>
            <a:lvl5pPr>
              <a:buNone/>
              <a:defRPr sz="1725" b="0">
                <a:solidFill>
                  <a:srgbClr val="AFAABA"/>
                </a:solidFill>
              </a:defRPr>
            </a:lvl5pPr>
            <a:lvl6pPr>
              <a:buNone/>
              <a:defRPr sz="1725" b="0">
                <a:solidFill>
                  <a:srgbClr val="AFAABA"/>
                </a:solidFill>
              </a:defRPr>
            </a:lvl6pPr>
            <a:lvl7pPr>
              <a:buNone/>
              <a:defRPr sz="1725" b="0">
                <a:solidFill>
                  <a:srgbClr val="AFAABA"/>
                </a:solidFill>
              </a:defRPr>
            </a:lvl7pPr>
            <a:lvl8pPr>
              <a:buNone/>
              <a:defRPr sz="1725" b="0">
                <a:solidFill>
                  <a:srgbClr val="AFAABA"/>
                </a:solidFill>
              </a:defRPr>
            </a:lvl8pPr>
            <a:lvl9pPr>
              <a:buNone/>
              <a:defRPr sz="1725" b="0">
                <a:solidFill>
                  <a:srgbClr val="AFAABA"/>
                </a:solidFill>
              </a:defRPr>
            </a:lvl9pPr>
          </a:lstStyle>
          <a:p xmlns:a="http://schemas.openxmlformats.org/drawingml/2006/main">
            <a:pPr>
              <a:buNone/>
              <a:defRPr sz="1725" b="0">
                <a:solidFill>
                  <a:srgbClr val="AFAABA"/>
                </a:solidFill>
              </a:defRPr>
            </a:pPr>
            <a:r>
              <a:rPr sz="2000" b="0">
                <a:solidFill>
                  <a:srgbClr val="AFAABA"/>
                </a:solidFill>
              </a:rPr>
              <a:t>Transkript</a:t>
            </a:r>
            <a:r>
              <a:rPr sz="2000" b="0">
                <a:solidFill>
                  <a:srgbClr val="AFAABA"/>
                </a:solidFill>
              </a:rPr>
              <a:t>, Tempo, </a:t>
            </a:r>
            <a:r>
              <a:rPr sz="2000" b="0">
                <a:solidFill>
                  <a:srgbClr val="AFAABA"/>
                </a:solidFill>
              </a:rPr>
              <a:t>Pausen</a:t>
            </a:r>
            <a:r>
              <a:rPr sz="2000" b="0">
                <a:solidFill>
                  <a:srgbClr val="AFAABA"/>
                </a:solidFill>
              </a:rPr>
              <a:t> und </a:t>
            </a:r>
            <a:r>
              <a:rPr sz="2000" b="0">
                <a:solidFill>
                  <a:srgbClr val="AFAABA"/>
                </a:solidFill>
              </a:rPr>
              <a:t>Stimme</a:t>
            </a:r>
            <a:endParaRPr sz="2000" b="0">
              <a:solidFill>
                <a:srgbClr val="AFAABA"/>
              </a:solidFill>
            </a:endParaRPr>
          </a:p>
        </p:txBody>
      </p:sp>
      <p:sp>
        <p:nvSpPr>
          <p:cNvPr id="10" name="feature-number-2">
            <a:extLst xmlns:a="http://schemas.openxmlformats.org/drawingml/2006/main">
              <a:ext uri="{FF2B5EF4-FFF2-40B4-BE49-F238E27FC236}">
                <a16:creationId xmlns:a16="http://schemas.microsoft.com/office/drawing/2014/main" id="{983577D1-DE84-49F6-A680-28EA688E3DBA}"/>
              </a:ext>
            </a:extLst>
          </p:cNvPr>
          <p:cNvSpPr>
            <a:spLocks xmlns:a="http://schemas.openxmlformats.org/drawingml/2006/main" noGrp="1"/>
          </p:cNvSpPr>
          <p:nvPr/>
        </p:nvSpPr>
        <p:spPr>
          <a:xfrm xmlns:a="http://schemas.openxmlformats.org/drawingml/2006/main">
            <a:off x="685800" y="3609975"/>
            <a:ext cx="47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B69CFF"/>
                </a:solidFill>
              </a:defRPr>
            </a:defPPr>
            <a:lvl1pPr>
              <a:buNone/>
              <a:defRPr sz="1950" b="1">
                <a:solidFill>
                  <a:srgbClr val="B69CFF"/>
                </a:solidFill>
              </a:defRPr>
            </a:lvl1pPr>
            <a:lvl2pPr>
              <a:buNone/>
              <a:defRPr sz="1950" b="1">
                <a:solidFill>
                  <a:srgbClr val="B69CFF"/>
                </a:solidFill>
              </a:defRPr>
            </a:lvl2pPr>
            <a:lvl3pPr>
              <a:buNone/>
              <a:defRPr sz="1950" b="1">
                <a:solidFill>
                  <a:srgbClr val="B69CFF"/>
                </a:solidFill>
              </a:defRPr>
            </a:lvl3pPr>
            <a:lvl4pPr>
              <a:buNone/>
              <a:defRPr sz="1950" b="1">
                <a:solidFill>
                  <a:srgbClr val="B69CFF"/>
                </a:solidFill>
              </a:defRPr>
            </a:lvl4pPr>
            <a:lvl5pPr>
              <a:buNone/>
              <a:defRPr sz="1950" b="1">
                <a:solidFill>
                  <a:srgbClr val="B69CFF"/>
                </a:solidFill>
              </a:defRPr>
            </a:lvl5pPr>
            <a:lvl6pPr>
              <a:buNone/>
              <a:defRPr sz="1950" b="1">
                <a:solidFill>
                  <a:srgbClr val="B69CFF"/>
                </a:solidFill>
              </a:defRPr>
            </a:lvl6pPr>
            <a:lvl7pPr>
              <a:buNone/>
              <a:defRPr sz="1950" b="1">
                <a:solidFill>
                  <a:srgbClr val="B69CFF"/>
                </a:solidFill>
              </a:defRPr>
            </a:lvl7pPr>
            <a:lvl8pPr>
              <a:buNone/>
              <a:defRPr sz="1950" b="1">
                <a:solidFill>
                  <a:srgbClr val="B69CFF"/>
                </a:solidFill>
              </a:defRPr>
            </a:lvl8pPr>
            <a:lvl9pPr>
              <a:buNone/>
              <a:defRPr sz="1950" b="1">
                <a:solidFill>
                  <a:srgbClr val="B69CFF"/>
                </a:solidFill>
              </a:defRPr>
            </a:lvl9pPr>
          </a:lstStyle>
          <a:p xmlns:a="http://schemas.openxmlformats.org/drawingml/2006/main">
            <a:pPr>
              <a:buNone/>
              <a:defRPr sz="1950" b="1">
                <a:solidFill>
                  <a:srgbClr val="B69CFF"/>
                </a:solidFill>
              </a:defRPr>
            </a:pPr>
            <a:r>
              <a:rPr sz="1950" b="1">
                <a:solidFill>
                  <a:srgbClr val="B69CFF"/>
                </a:solidFill>
              </a:rPr>
              <a:t>03</a:t>
            </a:r>
          </a:p>
        </p:txBody>
      </p:sp>
      <p:sp>
        <p:nvSpPr>
          <p:cNvPr id="11" name="feature-title-2">
            <a:extLst xmlns:a="http://schemas.openxmlformats.org/drawingml/2006/main">
              <a:ext uri="{FF2B5EF4-FFF2-40B4-BE49-F238E27FC236}">
                <a16:creationId xmlns:a16="http://schemas.microsoft.com/office/drawing/2014/main" id="{9CCE9A92-BD9A-4F9F-9D9F-9DF50C2C4A0D}"/>
              </a:ext>
            </a:extLst>
          </p:cNvPr>
          <p:cNvSpPr>
            <a:spLocks xmlns:a="http://schemas.openxmlformats.org/drawingml/2006/main" noGrp="1"/>
          </p:cNvSpPr>
          <p:nvPr/>
        </p:nvSpPr>
        <p:spPr>
          <a:xfrm xmlns:a="http://schemas.openxmlformats.org/drawingml/2006/main">
            <a:off x="1323975" y="3581400"/>
            <a:ext cx="4619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FFFFFF"/>
                </a:solidFill>
              </a:defRPr>
            </a:defPPr>
            <a:lvl1pPr>
              <a:buNone/>
              <a:defRPr sz="2400" b="1">
                <a:solidFill>
                  <a:srgbClr val="FFFFFF"/>
                </a:solidFill>
              </a:defRPr>
            </a:lvl1pPr>
            <a:lvl2pPr>
              <a:buNone/>
              <a:defRPr sz="2400" b="1">
                <a:solidFill>
                  <a:srgbClr val="FFFFFF"/>
                </a:solidFill>
              </a:defRPr>
            </a:lvl2pPr>
            <a:lvl3pPr>
              <a:buNone/>
              <a:defRPr sz="2400" b="1">
                <a:solidFill>
                  <a:srgbClr val="FFFFFF"/>
                </a:solidFill>
              </a:defRPr>
            </a:lvl3pPr>
            <a:lvl4pPr>
              <a:buNone/>
              <a:defRPr sz="2400" b="1">
                <a:solidFill>
                  <a:srgbClr val="FFFFFF"/>
                </a:solidFill>
              </a:defRPr>
            </a:lvl4pPr>
            <a:lvl5pPr>
              <a:buNone/>
              <a:defRPr sz="2400" b="1">
                <a:solidFill>
                  <a:srgbClr val="FFFFFF"/>
                </a:solidFill>
              </a:defRPr>
            </a:lvl5pPr>
            <a:lvl6pPr>
              <a:buNone/>
              <a:defRPr sz="2400" b="1">
                <a:solidFill>
                  <a:srgbClr val="FFFFFF"/>
                </a:solidFill>
              </a:defRPr>
            </a:lvl6pPr>
            <a:lvl7pPr>
              <a:buNone/>
              <a:defRPr sz="2400" b="1">
                <a:solidFill>
                  <a:srgbClr val="FFFFFF"/>
                </a:solidFill>
              </a:defRPr>
            </a:lvl7pPr>
            <a:lvl8pPr>
              <a:buNone/>
              <a:defRPr sz="2400" b="1">
                <a:solidFill>
                  <a:srgbClr val="FFFFFF"/>
                </a:solidFill>
              </a:defRPr>
            </a:lvl8pPr>
            <a:lvl9pPr>
              <a:buNone/>
              <a:defRPr sz="2400" b="1">
                <a:solidFill>
                  <a:srgbClr val="FFFFFF"/>
                </a:solidFill>
              </a:defRPr>
            </a:lvl9pPr>
          </a:lstStyle>
          <a:p xmlns:a="http://schemas.openxmlformats.org/drawingml/2006/main">
            <a:pPr>
              <a:buNone/>
              <a:defRPr sz="2400" b="1">
                <a:solidFill>
                  <a:srgbClr val="FFFFFF"/>
                </a:solidFill>
              </a:defRPr>
            </a:pPr>
            <a:r>
              <a:rPr sz="2800" b="1">
                <a:solidFill>
                  <a:srgbClr val="FFFFFF"/>
                </a:solidFill>
              </a:rPr>
              <a:t>Quellencheck</a:t>
            </a:r>
            <a:endParaRPr sz="2400" b="1">
              <a:solidFill>
                <a:srgbClr val="FFFFFF"/>
              </a:solidFill>
            </a:endParaRPr>
          </a:p>
        </p:txBody>
      </p:sp>
      <p:sp>
        <p:nvSpPr>
          <p:cNvPr id="12" name="feature-detail-2">
            <a:extLst xmlns:a="http://schemas.openxmlformats.org/drawingml/2006/main">
              <a:ext uri="{FF2B5EF4-FFF2-40B4-BE49-F238E27FC236}">
                <a16:creationId xmlns:a16="http://schemas.microsoft.com/office/drawing/2014/main" id="{7D8F4C59-9EAA-4E2C-94D0-C18B357CB168}"/>
              </a:ext>
            </a:extLst>
          </p:cNvPr>
          <p:cNvSpPr>
            <a:spLocks xmlns:a="http://schemas.openxmlformats.org/drawingml/2006/main" noGrp="1"/>
          </p:cNvSpPr>
          <p:nvPr/>
        </p:nvSpPr>
        <p:spPr>
          <a:xfrm xmlns:a="http://schemas.openxmlformats.org/drawingml/2006/main">
            <a:off x="1323975" y="3962400"/>
            <a:ext cx="46386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FAABA"/>
                </a:solidFill>
              </a:defRPr>
            </a:defPPr>
            <a:lvl1pPr>
              <a:buNone/>
              <a:defRPr sz="1725" b="0">
                <a:solidFill>
                  <a:srgbClr val="AFAABA"/>
                </a:solidFill>
              </a:defRPr>
            </a:lvl1pPr>
            <a:lvl2pPr>
              <a:buNone/>
              <a:defRPr sz="1725" b="0">
                <a:solidFill>
                  <a:srgbClr val="AFAABA"/>
                </a:solidFill>
              </a:defRPr>
            </a:lvl2pPr>
            <a:lvl3pPr>
              <a:buNone/>
              <a:defRPr sz="1725" b="0">
                <a:solidFill>
                  <a:srgbClr val="AFAABA"/>
                </a:solidFill>
              </a:defRPr>
            </a:lvl3pPr>
            <a:lvl4pPr>
              <a:buNone/>
              <a:defRPr sz="1725" b="0">
                <a:solidFill>
                  <a:srgbClr val="AFAABA"/>
                </a:solidFill>
              </a:defRPr>
            </a:lvl4pPr>
            <a:lvl5pPr>
              <a:buNone/>
              <a:defRPr sz="1725" b="0">
                <a:solidFill>
                  <a:srgbClr val="AFAABA"/>
                </a:solidFill>
              </a:defRPr>
            </a:lvl5pPr>
            <a:lvl6pPr>
              <a:buNone/>
              <a:defRPr sz="1725" b="0">
                <a:solidFill>
                  <a:srgbClr val="AFAABA"/>
                </a:solidFill>
              </a:defRPr>
            </a:lvl6pPr>
            <a:lvl7pPr>
              <a:buNone/>
              <a:defRPr sz="1725" b="0">
                <a:solidFill>
                  <a:srgbClr val="AFAABA"/>
                </a:solidFill>
              </a:defRPr>
            </a:lvl7pPr>
            <a:lvl8pPr>
              <a:buNone/>
              <a:defRPr sz="1725" b="0">
                <a:solidFill>
                  <a:srgbClr val="AFAABA"/>
                </a:solidFill>
              </a:defRPr>
            </a:lvl8pPr>
            <a:lvl9pPr>
              <a:buNone/>
              <a:defRPr sz="1725" b="0">
                <a:solidFill>
                  <a:srgbClr val="AFAABA"/>
                </a:solidFill>
              </a:defRPr>
            </a:lvl9pPr>
          </a:lstStyle>
          <a:p xmlns:a="http://schemas.openxmlformats.org/drawingml/2006/main">
            <a:pPr>
              <a:buNone/>
              <a:defRPr sz="1725" b="0">
                <a:solidFill>
                  <a:srgbClr val="AFAABA"/>
                </a:solidFill>
              </a:defRPr>
            </a:pPr>
            <a:r>
              <a:rPr sz="2000" b="0">
                <a:solidFill>
                  <a:srgbClr val="AFAABA"/>
                </a:solidFill>
              </a:rPr>
              <a:t>Aussagen</a:t>
            </a:r>
            <a:r>
              <a:rPr sz="2000" b="0">
                <a:solidFill>
                  <a:srgbClr val="AFAABA"/>
                </a:solidFill>
              </a:rPr>
              <a:t> </a:t>
            </a:r>
            <a:r>
              <a:rPr sz="2000" b="0">
                <a:solidFill>
                  <a:srgbClr val="AFAABA"/>
                </a:solidFill>
              </a:rPr>
              <a:t>mit</a:t>
            </a:r>
            <a:r>
              <a:rPr sz="2000" b="0">
                <a:solidFill>
                  <a:srgbClr val="AFAABA"/>
                </a:solidFill>
              </a:rPr>
              <a:t> </a:t>
            </a:r>
            <a:r>
              <a:rPr sz="2000" b="0">
                <a:solidFill>
                  <a:srgbClr val="AFAABA"/>
                </a:solidFill>
              </a:rPr>
              <a:t>Unterlagen</a:t>
            </a:r>
            <a:r>
              <a:rPr sz="2000" b="0">
                <a:solidFill>
                  <a:srgbClr val="AFAABA"/>
                </a:solidFill>
              </a:rPr>
              <a:t> </a:t>
            </a:r>
            <a:r>
              <a:rPr sz="2000" b="0">
                <a:solidFill>
                  <a:srgbClr val="AFAABA"/>
                </a:solidFill>
              </a:rPr>
              <a:t>vergleichen</a:t>
            </a:r>
            <a:endParaRPr sz="2000" b="0">
              <a:solidFill>
                <a:srgbClr val="AFAABA"/>
              </a:solidFill>
            </a:endParaRPr>
          </a:p>
        </p:txBody>
      </p:sp>
      <p:sp>
        <p:nvSpPr>
          <p:cNvPr id="13" name="feature-number-3">
            <a:extLst xmlns:a="http://schemas.openxmlformats.org/drawingml/2006/main">
              <a:ext uri="{FF2B5EF4-FFF2-40B4-BE49-F238E27FC236}">
                <a16:creationId xmlns:a16="http://schemas.microsoft.com/office/drawing/2014/main" id="{297BEE6C-C6D8-412D-B29C-9AB0884F16E5}"/>
              </a:ext>
            </a:extLst>
          </p:cNvPr>
          <p:cNvSpPr>
            <a:spLocks xmlns:a="http://schemas.openxmlformats.org/drawingml/2006/main" noGrp="1"/>
          </p:cNvSpPr>
          <p:nvPr/>
        </p:nvSpPr>
        <p:spPr>
          <a:xfrm xmlns:a="http://schemas.openxmlformats.org/drawingml/2006/main">
            <a:off x="685800" y="4400550"/>
            <a:ext cx="47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B69CFF"/>
                </a:solidFill>
              </a:defRPr>
            </a:defPPr>
            <a:lvl1pPr>
              <a:buNone/>
              <a:defRPr sz="1950" b="1">
                <a:solidFill>
                  <a:srgbClr val="B69CFF"/>
                </a:solidFill>
              </a:defRPr>
            </a:lvl1pPr>
            <a:lvl2pPr>
              <a:buNone/>
              <a:defRPr sz="1950" b="1">
                <a:solidFill>
                  <a:srgbClr val="B69CFF"/>
                </a:solidFill>
              </a:defRPr>
            </a:lvl2pPr>
            <a:lvl3pPr>
              <a:buNone/>
              <a:defRPr sz="1950" b="1">
                <a:solidFill>
                  <a:srgbClr val="B69CFF"/>
                </a:solidFill>
              </a:defRPr>
            </a:lvl3pPr>
            <a:lvl4pPr>
              <a:buNone/>
              <a:defRPr sz="1950" b="1">
                <a:solidFill>
                  <a:srgbClr val="B69CFF"/>
                </a:solidFill>
              </a:defRPr>
            </a:lvl4pPr>
            <a:lvl5pPr>
              <a:buNone/>
              <a:defRPr sz="1950" b="1">
                <a:solidFill>
                  <a:srgbClr val="B69CFF"/>
                </a:solidFill>
              </a:defRPr>
            </a:lvl5pPr>
            <a:lvl6pPr>
              <a:buNone/>
              <a:defRPr sz="1950" b="1">
                <a:solidFill>
                  <a:srgbClr val="B69CFF"/>
                </a:solidFill>
              </a:defRPr>
            </a:lvl6pPr>
            <a:lvl7pPr>
              <a:buNone/>
              <a:defRPr sz="1950" b="1">
                <a:solidFill>
                  <a:srgbClr val="B69CFF"/>
                </a:solidFill>
              </a:defRPr>
            </a:lvl7pPr>
            <a:lvl8pPr>
              <a:buNone/>
              <a:defRPr sz="1950" b="1">
                <a:solidFill>
                  <a:srgbClr val="B69CFF"/>
                </a:solidFill>
              </a:defRPr>
            </a:lvl8pPr>
            <a:lvl9pPr>
              <a:buNone/>
              <a:defRPr sz="1950" b="1">
                <a:solidFill>
                  <a:srgbClr val="B69CFF"/>
                </a:solidFill>
              </a:defRPr>
            </a:lvl9pPr>
          </a:lstStyle>
          <a:p xmlns:a="http://schemas.openxmlformats.org/drawingml/2006/main">
            <a:pPr>
              <a:buNone/>
              <a:defRPr sz="1950" b="1">
                <a:solidFill>
                  <a:srgbClr val="B69CFF"/>
                </a:solidFill>
              </a:defRPr>
            </a:pPr>
            <a:r>
              <a:rPr sz="1950" b="1">
                <a:solidFill>
                  <a:srgbClr val="B69CFF"/>
                </a:solidFill>
              </a:rPr>
              <a:t>04</a:t>
            </a:r>
          </a:p>
        </p:txBody>
      </p:sp>
      <p:sp>
        <p:nvSpPr>
          <p:cNvPr id="14" name="feature-title-3">
            <a:extLst xmlns:a="http://schemas.openxmlformats.org/drawingml/2006/main">
              <a:ext uri="{FF2B5EF4-FFF2-40B4-BE49-F238E27FC236}">
                <a16:creationId xmlns:a16="http://schemas.microsoft.com/office/drawing/2014/main" id="{A9812A0D-22CB-4AD7-8846-42CB13AAF586}"/>
              </a:ext>
            </a:extLst>
          </p:cNvPr>
          <p:cNvSpPr>
            <a:spLocks xmlns:a="http://schemas.openxmlformats.org/drawingml/2006/main" noGrp="1"/>
          </p:cNvSpPr>
          <p:nvPr/>
        </p:nvSpPr>
        <p:spPr>
          <a:xfrm xmlns:a="http://schemas.openxmlformats.org/drawingml/2006/main">
            <a:off x="1323975" y="4371975"/>
            <a:ext cx="4619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FFFFFF"/>
                </a:solidFill>
              </a:defRPr>
            </a:defPPr>
            <a:lvl1pPr>
              <a:buNone/>
              <a:defRPr sz="2400" b="1">
                <a:solidFill>
                  <a:srgbClr val="FFFFFF"/>
                </a:solidFill>
              </a:defRPr>
            </a:lvl1pPr>
            <a:lvl2pPr>
              <a:buNone/>
              <a:defRPr sz="2400" b="1">
                <a:solidFill>
                  <a:srgbClr val="FFFFFF"/>
                </a:solidFill>
              </a:defRPr>
            </a:lvl2pPr>
            <a:lvl3pPr>
              <a:buNone/>
              <a:defRPr sz="2400" b="1">
                <a:solidFill>
                  <a:srgbClr val="FFFFFF"/>
                </a:solidFill>
              </a:defRPr>
            </a:lvl3pPr>
            <a:lvl4pPr>
              <a:buNone/>
              <a:defRPr sz="2400" b="1">
                <a:solidFill>
                  <a:srgbClr val="FFFFFF"/>
                </a:solidFill>
              </a:defRPr>
            </a:lvl4pPr>
            <a:lvl5pPr>
              <a:buNone/>
              <a:defRPr sz="2400" b="1">
                <a:solidFill>
                  <a:srgbClr val="FFFFFF"/>
                </a:solidFill>
              </a:defRPr>
            </a:lvl5pPr>
            <a:lvl6pPr>
              <a:buNone/>
              <a:defRPr sz="2400" b="1">
                <a:solidFill>
                  <a:srgbClr val="FFFFFF"/>
                </a:solidFill>
              </a:defRPr>
            </a:lvl6pPr>
            <a:lvl7pPr>
              <a:buNone/>
              <a:defRPr sz="2400" b="1">
                <a:solidFill>
                  <a:srgbClr val="FFFFFF"/>
                </a:solidFill>
              </a:defRPr>
            </a:lvl7pPr>
            <a:lvl8pPr>
              <a:buNone/>
              <a:defRPr sz="2400" b="1">
                <a:solidFill>
                  <a:srgbClr val="FFFFFF"/>
                </a:solidFill>
              </a:defRPr>
            </a:lvl8pPr>
            <a:lvl9pPr>
              <a:buNone/>
              <a:defRPr sz="2400" b="1">
                <a:solidFill>
                  <a:srgbClr val="FFFFFF"/>
                </a:solidFill>
              </a:defRPr>
            </a:lvl9pPr>
          </a:lstStyle>
          <a:p xmlns:a="http://schemas.openxmlformats.org/drawingml/2006/main">
            <a:pPr>
              <a:buNone/>
              <a:defRPr sz="2400" b="1">
                <a:solidFill>
                  <a:srgbClr val="FFFFFF"/>
                </a:solidFill>
              </a:defRPr>
            </a:pPr>
            <a:r>
              <a:rPr sz="2800" b="1">
                <a:solidFill>
                  <a:srgbClr val="FFFFFF"/>
                </a:solidFill>
              </a:rPr>
              <a:t>Video-Review</a:t>
            </a:r>
          </a:p>
        </p:txBody>
      </p:sp>
      <p:sp>
        <p:nvSpPr>
          <p:cNvPr id="15" name="feature-detail-3">
            <a:extLst xmlns:a="http://schemas.openxmlformats.org/drawingml/2006/main">
              <a:ext uri="{FF2B5EF4-FFF2-40B4-BE49-F238E27FC236}">
                <a16:creationId xmlns:a16="http://schemas.microsoft.com/office/drawing/2014/main" id="{3B2ECAB4-A90A-4665-86A9-B66092CED4C9}"/>
              </a:ext>
            </a:extLst>
          </p:cNvPr>
          <p:cNvSpPr>
            <a:spLocks xmlns:a="http://schemas.openxmlformats.org/drawingml/2006/main" noGrp="1"/>
          </p:cNvSpPr>
          <p:nvPr/>
        </p:nvSpPr>
        <p:spPr>
          <a:xfrm xmlns:a="http://schemas.openxmlformats.org/drawingml/2006/main">
            <a:off x="1323975" y="4752975"/>
            <a:ext cx="46386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FAABA"/>
                </a:solidFill>
              </a:defRPr>
            </a:defPPr>
            <a:lvl1pPr>
              <a:buNone/>
              <a:defRPr sz="1725" b="0">
                <a:solidFill>
                  <a:srgbClr val="AFAABA"/>
                </a:solidFill>
              </a:defRPr>
            </a:lvl1pPr>
            <a:lvl2pPr>
              <a:buNone/>
              <a:defRPr sz="1725" b="0">
                <a:solidFill>
                  <a:srgbClr val="AFAABA"/>
                </a:solidFill>
              </a:defRPr>
            </a:lvl2pPr>
            <a:lvl3pPr>
              <a:buNone/>
              <a:defRPr sz="1725" b="0">
                <a:solidFill>
                  <a:srgbClr val="AFAABA"/>
                </a:solidFill>
              </a:defRPr>
            </a:lvl3pPr>
            <a:lvl4pPr>
              <a:buNone/>
              <a:defRPr sz="1725" b="0">
                <a:solidFill>
                  <a:srgbClr val="AFAABA"/>
                </a:solidFill>
              </a:defRPr>
            </a:lvl4pPr>
            <a:lvl5pPr>
              <a:buNone/>
              <a:defRPr sz="1725" b="0">
                <a:solidFill>
                  <a:srgbClr val="AFAABA"/>
                </a:solidFill>
              </a:defRPr>
            </a:lvl5pPr>
            <a:lvl6pPr>
              <a:buNone/>
              <a:defRPr sz="1725" b="0">
                <a:solidFill>
                  <a:srgbClr val="AFAABA"/>
                </a:solidFill>
              </a:defRPr>
            </a:lvl6pPr>
            <a:lvl7pPr>
              <a:buNone/>
              <a:defRPr sz="1725" b="0">
                <a:solidFill>
                  <a:srgbClr val="AFAABA"/>
                </a:solidFill>
              </a:defRPr>
            </a:lvl7pPr>
            <a:lvl8pPr>
              <a:buNone/>
              <a:defRPr sz="1725" b="0">
                <a:solidFill>
                  <a:srgbClr val="AFAABA"/>
                </a:solidFill>
              </a:defRPr>
            </a:lvl8pPr>
            <a:lvl9pPr>
              <a:buNone/>
              <a:defRPr sz="1725" b="0">
                <a:solidFill>
                  <a:srgbClr val="AFAABA"/>
                </a:solidFill>
              </a:defRPr>
            </a:lvl9pPr>
          </a:lstStyle>
          <a:p xmlns:a="http://schemas.openxmlformats.org/drawingml/2006/main">
            <a:pPr>
              <a:buNone/>
              <a:defRPr sz="1725" b="0">
                <a:solidFill>
                  <a:srgbClr val="AFAABA"/>
                </a:solidFill>
              </a:defRPr>
            </a:pPr>
            <a:r>
              <a:rPr sz="2000" b="0">
                <a:solidFill>
                  <a:srgbClr val="AFAABA"/>
                </a:solidFill>
              </a:rPr>
              <a:t>Hinweise direkt an der Videostelle</a:t>
            </a:r>
            <a:endParaRPr sz="2000" b="0">
              <a:solidFill>
                <a:srgbClr val="AFAABA"/>
              </a:solidFill>
            </a:endParaRPr>
          </a:p>
        </p:txBody>
      </p:sp>
      <p:sp>
        <p:nvSpPr>
          <p:cNvPr id="16" name="feature-number-4">
            <a:extLst xmlns:a="http://schemas.openxmlformats.org/drawingml/2006/main">
              <a:ext uri="{FF2B5EF4-FFF2-40B4-BE49-F238E27FC236}">
                <a16:creationId xmlns:a16="http://schemas.microsoft.com/office/drawing/2014/main" id="{11F4D203-BCBD-482A-8DCF-56154539D4EC}"/>
              </a:ext>
            </a:extLst>
          </p:cNvPr>
          <p:cNvSpPr>
            <a:spLocks xmlns:a="http://schemas.openxmlformats.org/drawingml/2006/main" noGrp="1"/>
          </p:cNvSpPr>
          <p:nvPr/>
        </p:nvSpPr>
        <p:spPr>
          <a:xfrm xmlns:a="http://schemas.openxmlformats.org/drawingml/2006/main">
            <a:off x="685800" y="5191125"/>
            <a:ext cx="47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B69CFF"/>
                </a:solidFill>
              </a:defRPr>
            </a:defPPr>
            <a:lvl1pPr>
              <a:buNone/>
              <a:defRPr sz="1950" b="1">
                <a:solidFill>
                  <a:srgbClr val="B69CFF"/>
                </a:solidFill>
              </a:defRPr>
            </a:lvl1pPr>
            <a:lvl2pPr>
              <a:buNone/>
              <a:defRPr sz="1950" b="1">
                <a:solidFill>
                  <a:srgbClr val="B69CFF"/>
                </a:solidFill>
              </a:defRPr>
            </a:lvl2pPr>
            <a:lvl3pPr>
              <a:buNone/>
              <a:defRPr sz="1950" b="1">
                <a:solidFill>
                  <a:srgbClr val="B69CFF"/>
                </a:solidFill>
              </a:defRPr>
            </a:lvl3pPr>
            <a:lvl4pPr>
              <a:buNone/>
              <a:defRPr sz="1950" b="1">
                <a:solidFill>
                  <a:srgbClr val="B69CFF"/>
                </a:solidFill>
              </a:defRPr>
            </a:lvl4pPr>
            <a:lvl5pPr>
              <a:buNone/>
              <a:defRPr sz="1950" b="1">
                <a:solidFill>
                  <a:srgbClr val="B69CFF"/>
                </a:solidFill>
              </a:defRPr>
            </a:lvl5pPr>
            <a:lvl6pPr>
              <a:buNone/>
              <a:defRPr sz="1950" b="1">
                <a:solidFill>
                  <a:srgbClr val="B69CFF"/>
                </a:solidFill>
              </a:defRPr>
            </a:lvl6pPr>
            <a:lvl7pPr>
              <a:buNone/>
              <a:defRPr sz="1950" b="1">
                <a:solidFill>
                  <a:srgbClr val="B69CFF"/>
                </a:solidFill>
              </a:defRPr>
            </a:lvl7pPr>
            <a:lvl8pPr>
              <a:buNone/>
              <a:defRPr sz="1950" b="1">
                <a:solidFill>
                  <a:srgbClr val="B69CFF"/>
                </a:solidFill>
              </a:defRPr>
            </a:lvl8pPr>
            <a:lvl9pPr>
              <a:buNone/>
              <a:defRPr sz="1950" b="1">
                <a:solidFill>
                  <a:srgbClr val="B69CFF"/>
                </a:solidFill>
              </a:defRPr>
            </a:lvl9pPr>
          </a:lstStyle>
          <a:p xmlns:a="http://schemas.openxmlformats.org/drawingml/2006/main">
            <a:pPr>
              <a:buNone/>
              <a:defRPr sz="1950" b="1">
                <a:solidFill>
                  <a:srgbClr val="B69CFF"/>
                </a:solidFill>
              </a:defRPr>
            </a:pPr>
            <a:r>
              <a:rPr sz="1950" b="1">
                <a:solidFill>
                  <a:srgbClr val="B69CFF"/>
                </a:solidFill>
              </a:rPr>
              <a:t>05</a:t>
            </a:r>
          </a:p>
        </p:txBody>
      </p:sp>
      <p:sp>
        <p:nvSpPr>
          <p:cNvPr id="17" name="feature-title-4">
            <a:extLst xmlns:a="http://schemas.openxmlformats.org/drawingml/2006/main">
              <a:ext uri="{FF2B5EF4-FFF2-40B4-BE49-F238E27FC236}">
                <a16:creationId xmlns:a16="http://schemas.microsoft.com/office/drawing/2014/main" id="{728BB6D9-B68C-4847-9F72-C77894C01F16}"/>
              </a:ext>
            </a:extLst>
          </p:cNvPr>
          <p:cNvSpPr>
            <a:spLocks xmlns:a="http://schemas.openxmlformats.org/drawingml/2006/main" noGrp="1"/>
          </p:cNvSpPr>
          <p:nvPr/>
        </p:nvSpPr>
        <p:spPr>
          <a:xfrm xmlns:a="http://schemas.openxmlformats.org/drawingml/2006/main">
            <a:off x="1323975" y="5162550"/>
            <a:ext cx="4619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FFFFFF"/>
                </a:solidFill>
              </a:defRPr>
            </a:defPPr>
            <a:lvl1pPr>
              <a:buNone/>
              <a:defRPr sz="2400" b="1">
                <a:solidFill>
                  <a:srgbClr val="FFFFFF"/>
                </a:solidFill>
              </a:defRPr>
            </a:lvl1pPr>
            <a:lvl2pPr>
              <a:buNone/>
              <a:defRPr sz="2400" b="1">
                <a:solidFill>
                  <a:srgbClr val="FFFFFF"/>
                </a:solidFill>
              </a:defRPr>
            </a:lvl2pPr>
            <a:lvl3pPr>
              <a:buNone/>
              <a:defRPr sz="2400" b="1">
                <a:solidFill>
                  <a:srgbClr val="FFFFFF"/>
                </a:solidFill>
              </a:defRPr>
            </a:lvl3pPr>
            <a:lvl4pPr>
              <a:buNone/>
              <a:defRPr sz="2400" b="1">
                <a:solidFill>
                  <a:srgbClr val="FFFFFF"/>
                </a:solidFill>
              </a:defRPr>
            </a:lvl4pPr>
            <a:lvl5pPr>
              <a:buNone/>
              <a:defRPr sz="2400" b="1">
                <a:solidFill>
                  <a:srgbClr val="FFFFFF"/>
                </a:solidFill>
              </a:defRPr>
            </a:lvl5pPr>
            <a:lvl6pPr>
              <a:buNone/>
              <a:defRPr sz="2400" b="1">
                <a:solidFill>
                  <a:srgbClr val="FFFFFF"/>
                </a:solidFill>
              </a:defRPr>
            </a:lvl6pPr>
            <a:lvl7pPr>
              <a:buNone/>
              <a:defRPr sz="2400" b="1">
                <a:solidFill>
                  <a:srgbClr val="FFFFFF"/>
                </a:solidFill>
              </a:defRPr>
            </a:lvl7pPr>
            <a:lvl8pPr>
              <a:buNone/>
              <a:defRPr sz="2400" b="1">
                <a:solidFill>
                  <a:srgbClr val="FFFFFF"/>
                </a:solidFill>
              </a:defRPr>
            </a:lvl8pPr>
            <a:lvl9pPr>
              <a:buNone/>
              <a:defRPr sz="2400" b="1">
                <a:solidFill>
                  <a:srgbClr val="FFFFFF"/>
                </a:solidFill>
              </a:defRPr>
            </a:lvl9pPr>
          </a:lstStyle>
          <a:p xmlns:a="http://schemas.openxmlformats.org/drawingml/2006/main">
            <a:pPr>
              <a:buNone/>
              <a:defRPr sz="2400" b="1">
                <a:solidFill>
                  <a:srgbClr val="FFFFFF"/>
                </a:solidFill>
              </a:defRPr>
            </a:pPr>
            <a:r>
              <a:rPr sz="2800" b="1">
                <a:solidFill>
                  <a:srgbClr val="FFFFFF"/>
                </a:solidFill>
              </a:rPr>
              <a:t>Fragebot</a:t>
            </a:r>
            <a:endParaRPr sz="2400" b="1">
              <a:solidFill>
                <a:srgbClr val="FFFFFF"/>
              </a:solidFill>
            </a:endParaRPr>
          </a:p>
        </p:txBody>
      </p:sp>
      <p:sp>
        <p:nvSpPr>
          <p:cNvPr id="18" name="feature-detail-4">
            <a:extLst xmlns:a="http://schemas.openxmlformats.org/drawingml/2006/main">
              <a:ext uri="{FF2B5EF4-FFF2-40B4-BE49-F238E27FC236}">
                <a16:creationId xmlns:a16="http://schemas.microsoft.com/office/drawing/2014/main" id="{3644799B-5E5F-4B01-8032-DCC389033B32}"/>
              </a:ext>
            </a:extLst>
          </p:cNvPr>
          <p:cNvSpPr>
            <a:spLocks xmlns:a="http://schemas.openxmlformats.org/drawingml/2006/main" noGrp="1"/>
          </p:cNvSpPr>
          <p:nvPr/>
        </p:nvSpPr>
        <p:spPr>
          <a:xfrm xmlns:a="http://schemas.openxmlformats.org/drawingml/2006/main">
            <a:off x="1323975" y="5543550"/>
            <a:ext cx="46386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FAABA"/>
                </a:solidFill>
              </a:defRPr>
            </a:defPPr>
            <a:lvl1pPr>
              <a:buNone/>
              <a:defRPr sz="1725" b="0">
                <a:solidFill>
                  <a:srgbClr val="AFAABA"/>
                </a:solidFill>
              </a:defRPr>
            </a:lvl1pPr>
            <a:lvl2pPr>
              <a:buNone/>
              <a:defRPr sz="1725" b="0">
                <a:solidFill>
                  <a:srgbClr val="AFAABA"/>
                </a:solidFill>
              </a:defRPr>
            </a:lvl2pPr>
            <a:lvl3pPr>
              <a:buNone/>
              <a:defRPr sz="1725" b="0">
                <a:solidFill>
                  <a:srgbClr val="AFAABA"/>
                </a:solidFill>
              </a:defRPr>
            </a:lvl3pPr>
            <a:lvl4pPr>
              <a:buNone/>
              <a:defRPr sz="1725" b="0">
                <a:solidFill>
                  <a:srgbClr val="AFAABA"/>
                </a:solidFill>
              </a:defRPr>
            </a:lvl4pPr>
            <a:lvl5pPr>
              <a:buNone/>
              <a:defRPr sz="1725" b="0">
                <a:solidFill>
                  <a:srgbClr val="AFAABA"/>
                </a:solidFill>
              </a:defRPr>
            </a:lvl5pPr>
            <a:lvl6pPr>
              <a:buNone/>
              <a:defRPr sz="1725" b="0">
                <a:solidFill>
                  <a:srgbClr val="AFAABA"/>
                </a:solidFill>
              </a:defRPr>
            </a:lvl6pPr>
            <a:lvl7pPr>
              <a:buNone/>
              <a:defRPr sz="1725" b="0">
                <a:solidFill>
                  <a:srgbClr val="AFAABA"/>
                </a:solidFill>
              </a:defRPr>
            </a:lvl7pPr>
            <a:lvl8pPr>
              <a:buNone/>
              <a:defRPr sz="1725" b="0">
                <a:solidFill>
                  <a:srgbClr val="AFAABA"/>
                </a:solidFill>
              </a:defRPr>
            </a:lvl8pPr>
            <a:lvl9pPr>
              <a:buNone/>
              <a:defRPr sz="1725" b="0">
                <a:solidFill>
                  <a:srgbClr val="AFAABA"/>
                </a:solidFill>
              </a:defRPr>
            </a:lvl9pPr>
          </a:lstStyle>
          <a:p xmlns:a="http://schemas.openxmlformats.org/drawingml/2006/main">
            <a:pPr>
              <a:buNone/>
              <a:defRPr sz="1725" b="0">
                <a:solidFill>
                  <a:srgbClr val="AFAABA"/>
                </a:solidFill>
              </a:defRPr>
            </a:pPr>
            <a:r>
              <a:rPr sz="2000" b="0">
                <a:solidFill>
                  <a:srgbClr val="AFAABA"/>
                </a:solidFill>
              </a:rPr>
              <a:t>Rückfragen</a:t>
            </a:r>
            <a:r>
              <a:rPr sz="2000" b="0">
                <a:solidFill>
                  <a:srgbClr val="AFAABA"/>
                </a:solidFill>
              </a:rPr>
              <a:t> </a:t>
            </a:r>
            <a:r>
              <a:rPr sz="2000" b="0">
                <a:solidFill>
                  <a:srgbClr val="AFAABA"/>
                </a:solidFill>
              </a:rPr>
              <a:t>zum</a:t>
            </a:r>
            <a:r>
              <a:rPr sz="2000" b="0">
                <a:solidFill>
                  <a:srgbClr val="AFAABA"/>
                </a:solidFill>
              </a:rPr>
              <a:t> </a:t>
            </a:r>
            <a:r>
              <a:rPr sz="2000" b="0">
                <a:solidFill>
                  <a:srgbClr val="AFAABA"/>
                </a:solidFill>
              </a:rPr>
              <a:t>eigenen</a:t>
            </a:r>
            <a:r>
              <a:rPr sz="2000" b="0">
                <a:solidFill>
                  <a:srgbClr val="AFAABA"/>
                </a:solidFill>
              </a:rPr>
              <a:t> </a:t>
            </a:r>
            <a:r>
              <a:rPr sz="2000" b="0">
                <a:solidFill>
                  <a:srgbClr val="AFAABA"/>
                </a:solidFill>
              </a:rPr>
              <a:t>Vortrag</a:t>
            </a:r>
            <a:endParaRPr sz="2000" b="0">
              <a:solidFill>
                <a:srgbClr val="AFAABA"/>
              </a:solidFill>
            </a:endParaRPr>
          </a:p>
        </p:txBody>
      </p:sp>
      <p:pic>
        <p:nvPicPr>
          <p:cNvPr id="19" name="Grafik 18">
            <a:extLst xmlns:a="http://schemas.openxmlformats.org/drawingml/2006/main">
              <a:ext uri="{FF2B5EF4-FFF2-40B4-BE49-F238E27FC236}">
                <a16:creationId xmlns:a16="http://schemas.microsoft.com/office/drawing/2014/main" id="{022BCE05-14FB-4AFE-BE8C-4751A83A6E41}"/>
              </a:ext>
            </a:extLst>
          </p:cNvPr>
          <p:cNvPicPr>
            <a:picLocks xmlns:a="http://schemas.openxmlformats.org/drawingml/2006/main" noChangeAspect="1"/>
          </p:cNvPicPr>
          <p:nvPr/>
        </p:nvPicPr>
        <p:blipFill>
          <a:blip xmlns:r="http://schemas.openxmlformats.org/officeDocument/2006/relationships" xmlns:a="http://schemas.openxmlformats.org/drawingml/2006/main" r:embed="R8aab87fd1d614ceb"/>
          <a:stretch xmlns:a="http://schemas.openxmlformats.org/drawingml/2006/main"/>
        </p:blipFill>
        <p:spPr>
          <a:xfrm xmlns:a="http://schemas.openxmlformats.org/drawingml/2006/main">
            <a:off x="5943600" y="1589314"/>
            <a:ext cx="6083096" cy="3423104"/>
          </a:xfrm>
          <a:prstGeom xmlns:a="http://schemas.openxmlformats.org/drawingml/2006/main" prst="rect">
            <a:avLst/>
          </a:prstGeom>
        </p:spPr>
      </p:pic>
      <p:sp>
        <p:nvSpPr>
          <p:cNvPr id="20" name="screenshot-label">
            <a:extLst xmlns:a="http://schemas.openxmlformats.org/drawingml/2006/main">
              <a:ext uri="{FF2B5EF4-FFF2-40B4-BE49-F238E27FC236}">
                <a16:creationId xmlns:a16="http://schemas.microsoft.com/office/drawing/2014/main" id="{49C3DC17-5ECA-4552-B3FC-D945249E7B88}"/>
              </a:ext>
            </a:extLst>
          </p:cNvPr>
          <p:cNvSpPr>
            <a:spLocks xmlns:a="http://schemas.openxmlformats.org/drawingml/2006/main" noGrp="1"/>
          </p:cNvSpPr>
          <p:nvPr/>
        </p:nvSpPr>
        <p:spPr>
          <a:xfrm xmlns:a="http://schemas.openxmlformats.org/drawingml/2006/main">
            <a:off x="6191250" y="5124450"/>
            <a:ext cx="5314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FAABA"/>
                </a:solidFill>
              </a:defRPr>
            </a:defPPr>
            <a:lvl1pPr>
              <a:buNone/>
              <a:defRPr sz="1725" b="0">
                <a:solidFill>
                  <a:srgbClr val="AFAABA"/>
                </a:solidFill>
              </a:defRPr>
            </a:lvl1pPr>
            <a:lvl2pPr>
              <a:buNone/>
              <a:defRPr sz="1725" b="0">
                <a:solidFill>
                  <a:srgbClr val="AFAABA"/>
                </a:solidFill>
              </a:defRPr>
            </a:lvl2pPr>
            <a:lvl3pPr>
              <a:buNone/>
              <a:defRPr sz="1725" b="0">
                <a:solidFill>
                  <a:srgbClr val="AFAABA"/>
                </a:solidFill>
              </a:defRPr>
            </a:lvl3pPr>
            <a:lvl4pPr>
              <a:buNone/>
              <a:defRPr sz="1725" b="0">
                <a:solidFill>
                  <a:srgbClr val="AFAABA"/>
                </a:solidFill>
              </a:defRPr>
            </a:lvl4pPr>
            <a:lvl5pPr>
              <a:buNone/>
              <a:defRPr sz="1725" b="0">
                <a:solidFill>
                  <a:srgbClr val="AFAABA"/>
                </a:solidFill>
              </a:defRPr>
            </a:lvl5pPr>
            <a:lvl6pPr>
              <a:buNone/>
              <a:defRPr sz="1725" b="0">
                <a:solidFill>
                  <a:srgbClr val="AFAABA"/>
                </a:solidFill>
              </a:defRPr>
            </a:lvl6pPr>
            <a:lvl7pPr>
              <a:buNone/>
              <a:defRPr sz="1725" b="0">
                <a:solidFill>
                  <a:srgbClr val="AFAABA"/>
                </a:solidFill>
              </a:defRPr>
            </a:lvl7pPr>
            <a:lvl8pPr>
              <a:buNone/>
              <a:defRPr sz="1725" b="0">
                <a:solidFill>
                  <a:srgbClr val="AFAABA"/>
                </a:solidFill>
              </a:defRPr>
            </a:lvl8pPr>
            <a:lvl9pPr>
              <a:buNone/>
              <a:defRPr sz="1725" b="0">
                <a:solidFill>
                  <a:srgbClr val="AFAABA"/>
                </a:solidFill>
              </a:defRPr>
            </a:lvl9pPr>
          </a:lstStyle>
          <a:p xmlns:a="http://schemas.openxmlformats.org/drawingml/2006/main">
            <a:pPr>
              <a:buNone/>
              <a:defRPr sz="1725" b="0">
                <a:solidFill>
                  <a:srgbClr val="AFAABA"/>
                </a:solidFill>
              </a:defRPr>
            </a:pPr>
            <a:r>
              <a:rPr sz="2000" b="0">
                <a:solidFill>
                  <a:srgbClr val="AFAABA"/>
                </a:solidFill>
              </a:rPr>
              <a:t>Beispielansicht</a:t>
            </a:r>
            <a:r>
              <a:rPr sz="2000" b="0">
                <a:solidFill>
                  <a:srgbClr val="AFAABA"/>
                </a:solidFill>
              </a:rPr>
              <a:t> </a:t>
            </a:r>
            <a:r>
              <a:rPr sz="2000" b="0">
                <a:solidFill>
                  <a:srgbClr val="AFAABA"/>
                </a:solidFill>
              </a:rPr>
              <a:t>mit</a:t>
            </a:r>
            <a:r>
              <a:rPr sz="2000" b="0">
                <a:solidFill>
                  <a:srgbClr val="AFAABA"/>
                </a:solidFill>
              </a:rPr>
              <a:t> </a:t>
            </a:r>
            <a:r>
              <a:rPr sz="2000" b="0">
                <a:solidFill>
                  <a:srgbClr val="AFAABA"/>
                </a:solidFill>
              </a:rPr>
              <a:t>synthetischen</a:t>
            </a:r>
            <a:r>
              <a:rPr sz="2000" b="0">
                <a:solidFill>
                  <a:srgbClr val="AFAABA"/>
                </a:solidFill>
              </a:rPr>
              <a:t> </a:t>
            </a:r>
            <a:r>
              <a:rPr sz="2000" b="0">
                <a:solidFill>
                  <a:srgbClr val="AFAABA"/>
                </a:solidFill>
              </a:rPr>
              <a:t>Daten</a:t>
            </a:r>
            <a:endParaRPr sz="2000" b="0">
              <a:solidFill>
                <a:srgbClr val="AFAABA"/>
              </a:solidFill>
            </a:endParaRPr>
          </a:p>
        </p:txBody>
      </p:sp>
      <p:sp>
        <p:nvSpPr>
          <p:cNvPr id="21" name="review-value">
            <a:extLst xmlns:a="http://schemas.openxmlformats.org/drawingml/2006/main">
              <a:ext uri="{FF2B5EF4-FFF2-40B4-BE49-F238E27FC236}">
                <a16:creationId xmlns:a16="http://schemas.microsoft.com/office/drawing/2014/main" id="{63B10CFF-1375-4FBA-9D8D-70924BBFBF90}"/>
              </a:ext>
            </a:extLst>
          </p:cNvPr>
          <p:cNvSpPr>
            <a:spLocks xmlns:a="http://schemas.openxmlformats.org/drawingml/2006/main" noGrp="1"/>
          </p:cNvSpPr>
          <p:nvPr/>
        </p:nvSpPr>
        <p:spPr>
          <a:xfrm xmlns:a="http://schemas.openxmlformats.org/drawingml/2006/main">
            <a:off x="6176772" y="5638800"/>
            <a:ext cx="53149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FFFFFF"/>
                </a:solidFill>
              </a:defRPr>
            </a:defPPr>
            <a:lvl1pPr>
              <a:buNone/>
              <a:defRPr sz="2550" b="1">
                <a:solidFill>
                  <a:srgbClr val="FFFFFF"/>
                </a:solidFill>
              </a:defRPr>
            </a:lvl1pPr>
            <a:lvl2pPr>
              <a:buNone/>
              <a:defRPr sz="2550" b="1">
                <a:solidFill>
                  <a:srgbClr val="FFFFFF"/>
                </a:solidFill>
              </a:defRPr>
            </a:lvl2pPr>
            <a:lvl3pPr>
              <a:buNone/>
              <a:defRPr sz="2550" b="1">
                <a:solidFill>
                  <a:srgbClr val="FFFFFF"/>
                </a:solidFill>
              </a:defRPr>
            </a:lvl3pPr>
            <a:lvl4pPr>
              <a:buNone/>
              <a:defRPr sz="2550" b="1">
                <a:solidFill>
                  <a:srgbClr val="FFFFFF"/>
                </a:solidFill>
              </a:defRPr>
            </a:lvl4pPr>
            <a:lvl5pPr>
              <a:buNone/>
              <a:defRPr sz="2550" b="1">
                <a:solidFill>
                  <a:srgbClr val="FFFFFF"/>
                </a:solidFill>
              </a:defRPr>
            </a:lvl5pPr>
            <a:lvl6pPr>
              <a:buNone/>
              <a:defRPr sz="2550" b="1">
                <a:solidFill>
                  <a:srgbClr val="FFFFFF"/>
                </a:solidFill>
              </a:defRPr>
            </a:lvl6pPr>
            <a:lvl7pPr>
              <a:buNone/>
              <a:defRPr sz="2550" b="1">
                <a:solidFill>
                  <a:srgbClr val="FFFFFF"/>
                </a:solidFill>
              </a:defRPr>
            </a:lvl7pPr>
            <a:lvl8pPr>
              <a:buNone/>
              <a:defRPr sz="2550" b="1">
                <a:solidFill>
                  <a:srgbClr val="FFFFFF"/>
                </a:solidFill>
              </a:defRPr>
            </a:lvl8pPr>
            <a:lvl9pPr>
              <a:buNone/>
              <a:defRPr sz="2550" b="1">
                <a:solidFill>
                  <a:srgbClr val="FFFFFF"/>
                </a:solidFill>
              </a:defRPr>
            </a:lvl9pPr>
          </a:lstStyle>
          <a:p xmlns:a="http://schemas.openxmlformats.org/drawingml/2006/main">
            <a:pPr>
              <a:buNone/>
              <a:defRPr sz="2550" b="1">
                <a:solidFill>
                  <a:srgbClr val="FFFFFF"/>
                </a:solidFill>
              </a:defRPr>
            </a:pPr>
            <a:r>
              <a:rPr sz="2550" b="1">
                <a:solidFill>
                  <a:srgbClr val="FFFFFF"/>
                </a:solidFill>
              </a:rPr>
              <a:t>Feedback direkt im Video</a:t>
            </a:r>
            <a:endParaRPr sz="2550" b="1">
              <a:solidFill>
                <a:srgbClr val="FFFFFF"/>
              </a:solidFill>
            </a:endParaRPr>
          </a:p>
        </p:txBody>
      </p:sp>
    </p:spTree>
    <p:extLst>
      <p:ext uri="{BB962C8B-B14F-4D97-AF65-F5344CB8AC3E}">
        <p14:creationId xmlns:p14="http://schemas.microsoft.com/office/powerpoint/2010/main" val="1762469939"/>
      </p:ext>
    </p:extLst>
  </p:cSld>
</p:sld>
</file>

<file path=ppt/slides/slide3.xml><?xml version="1.0" encoding="utf-8"?>
<p:sld xmlns:p="http://schemas.openxmlformats.org/presentationml/2006/main">
  <p:cSld>
    <p:bg>
      <p:bgPr>
        <a:solidFill xmlns:a="http://schemas.openxmlformats.org/drawingml/2006/main">
          <a:srgbClr val="FAF9FC"/>
        </a:solidFill>
      </p:bgPr>
    </p:bg>
    <p:spTree>
      <p:nvGrpSpPr>
        <p:cNvPr id="1" name=""/>
        <p:cNvGrpSpPr/>
        <p:nvPr/>
      </p:nvGrpSpPr>
      <p:grpSpPr>
        <a:xfrm xmlns:a="http://schemas.openxmlformats.org/drawingml/2006/main"/>
      </p:grpSpPr>
      <p:sp>
        <p:nvSpPr>
          <p:cNvPr id="2" name="ai-title">
            <a:extLst xmlns:a="http://schemas.openxmlformats.org/drawingml/2006/main">
              <a:ext uri="{FF2B5EF4-FFF2-40B4-BE49-F238E27FC236}">
                <a16:creationId xmlns:a16="http://schemas.microsoft.com/office/drawing/2014/main" id="{6BEDC086-4D77-4BC2-955A-4DB24E4BB76D}"/>
              </a:ext>
            </a:extLst>
          </p:cNvPr>
          <p:cNvSpPr>
            <a:spLocks xmlns:a="http://schemas.openxmlformats.org/drawingml/2006/main" noGrp="1"/>
          </p:cNvSpPr>
          <p:nvPr/>
        </p:nvSpPr>
        <p:spPr>
          <a:xfrm xmlns:a="http://schemas.openxmlformats.org/drawingml/2006/main">
            <a:off x="685800" y="5810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350" b="1">
                <a:solidFill>
                  <a:srgbClr val="181520"/>
                </a:solidFill>
              </a:defRPr>
            </a:defPPr>
            <a:lvl1pPr>
              <a:buNone/>
              <a:defRPr sz="4350" b="1">
                <a:solidFill>
                  <a:srgbClr val="181520"/>
                </a:solidFill>
              </a:defRPr>
            </a:lvl1pPr>
            <a:lvl2pPr>
              <a:buNone/>
              <a:defRPr sz="4350" b="1">
                <a:solidFill>
                  <a:srgbClr val="181520"/>
                </a:solidFill>
              </a:defRPr>
            </a:lvl2pPr>
            <a:lvl3pPr>
              <a:buNone/>
              <a:defRPr sz="4350" b="1">
                <a:solidFill>
                  <a:srgbClr val="181520"/>
                </a:solidFill>
              </a:defRPr>
            </a:lvl3pPr>
            <a:lvl4pPr>
              <a:buNone/>
              <a:defRPr sz="4350" b="1">
                <a:solidFill>
                  <a:srgbClr val="181520"/>
                </a:solidFill>
              </a:defRPr>
            </a:lvl4pPr>
            <a:lvl5pPr>
              <a:buNone/>
              <a:defRPr sz="4350" b="1">
                <a:solidFill>
                  <a:srgbClr val="181520"/>
                </a:solidFill>
              </a:defRPr>
            </a:lvl5pPr>
            <a:lvl6pPr>
              <a:buNone/>
              <a:defRPr sz="4350" b="1">
                <a:solidFill>
                  <a:srgbClr val="181520"/>
                </a:solidFill>
              </a:defRPr>
            </a:lvl6pPr>
            <a:lvl7pPr>
              <a:buNone/>
              <a:defRPr sz="4350" b="1">
                <a:solidFill>
                  <a:srgbClr val="181520"/>
                </a:solidFill>
              </a:defRPr>
            </a:lvl7pPr>
            <a:lvl8pPr>
              <a:buNone/>
              <a:defRPr sz="4350" b="1">
                <a:solidFill>
                  <a:srgbClr val="181520"/>
                </a:solidFill>
              </a:defRPr>
            </a:lvl8pPr>
            <a:lvl9pPr>
              <a:buNone/>
              <a:defRPr sz="4350" b="1">
                <a:solidFill>
                  <a:srgbClr val="181520"/>
                </a:solidFill>
              </a:defRPr>
            </a:lvl9pPr>
          </a:lstStyle>
          <a:p xmlns:a="http://schemas.openxmlformats.org/drawingml/2006/main">
            <a:pPr>
              <a:buNone/>
              <a:defRPr sz="4350" b="1">
                <a:solidFill>
                  <a:srgbClr val="181520"/>
                </a:solidFill>
              </a:defRPr>
            </a:pPr>
            <a:r>
              <a:rPr sz="4800" b="1">
                <a:solidFill>
                  <a:srgbClr val="3702BF"/>
                </a:solidFill>
              </a:rPr>
              <a:t>Unser </a:t>
            </a:r>
            <a:r>
              <a:rPr sz="4800" b="1">
                <a:solidFill>
                  <a:srgbClr val="3702BF"/>
                </a:solidFill>
              </a:rPr>
              <a:t>Einsatz</a:t>
            </a:r>
            <a:r>
              <a:rPr sz="4800" b="1">
                <a:solidFill>
                  <a:srgbClr val="3702BF"/>
                </a:solidFill>
              </a:rPr>
              <a:t> von KI</a:t>
            </a:r>
          </a:p>
        </p:txBody>
      </p:sp>
      <p:sp>
        <p:nvSpPr>
          <p:cNvPr id="3" name="ai-product-heading">
            <a:extLst xmlns:a="http://schemas.openxmlformats.org/drawingml/2006/main">
              <a:ext uri="{FF2B5EF4-FFF2-40B4-BE49-F238E27FC236}">
                <a16:creationId xmlns:a16="http://schemas.microsoft.com/office/drawing/2014/main" id="{BA5D3514-7682-4557-8BAE-3B78A270646D}"/>
              </a:ext>
            </a:extLst>
          </p:cNvPr>
          <p:cNvSpPr>
            <a:spLocks xmlns:a="http://schemas.openxmlformats.org/drawingml/2006/main" noGrp="1"/>
          </p:cNvSpPr>
          <p:nvPr/>
        </p:nvSpPr>
        <p:spPr>
          <a:xfrm xmlns:a="http://schemas.openxmlformats.org/drawingml/2006/main">
            <a:off x="685800" y="1724025"/>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3803BF"/>
                </a:solidFill>
              </a:defRPr>
            </a:defPPr>
            <a:lvl1pPr>
              <a:buNone/>
              <a:defRPr sz="2625" b="1">
                <a:solidFill>
                  <a:srgbClr val="3803BF"/>
                </a:solidFill>
              </a:defRPr>
            </a:lvl1pPr>
            <a:lvl2pPr>
              <a:buNone/>
              <a:defRPr sz="2625" b="1">
                <a:solidFill>
                  <a:srgbClr val="3803BF"/>
                </a:solidFill>
              </a:defRPr>
            </a:lvl2pPr>
            <a:lvl3pPr>
              <a:buNone/>
              <a:defRPr sz="2625" b="1">
                <a:solidFill>
                  <a:srgbClr val="3803BF"/>
                </a:solidFill>
              </a:defRPr>
            </a:lvl3pPr>
            <a:lvl4pPr>
              <a:buNone/>
              <a:defRPr sz="2625" b="1">
                <a:solidFill>
                  <a:srgbClr val="3803BF"/>
                </a:solidFill>
              </a:defRPr>
            </a:lvl4pPr>
            <a:lvl5pPr>
              <a:buNone/>
              <a:defRPr sz="2625" b="1">
                <a:solidFill>
                  <a:srgbClr val="3803BF"/>
                </a:solidFill>
              </a:defRPr>
            </a:lvl5pPr>
            <a:lvl6pPr>
              <a:buNone/>
              <a:defRPr sz="2625" b="1">
                <a:solidFill>
                  <a:srgbClr val="3803BF"/>
                </a:solidFill>
              </a:defRPr>
            </a:lvl6pPr>
            <a:lvl7pPr>
              <a:buNone/>
              <a:defRPr sz="2625" b="1">
                <a:solidFill>
                  <a:srgbClr val="3803BF"/>
                </a:solidFill>
              </a:defRPr>
            </a:lvl7pPr>
            <a:lvl8pPr>
              <a:buNone/>
              <a:defRPr sz="2625" b="1">
                <a:solidFill>
                  <a:srgbClr val="3803BF"/>
                </a:solidFill>
              </a:defRPr>
            </a:lvl8pPr>
            <a:lvl9pPr>
              <a:buNone/>
              <a:defRPr sz="2625" b="1">
                <a:solidFill>
                  <a:srgbClr val="3803BF"/>
                </a:solidFill>
              </a:defRPr>
            </a:lvl9pPr>
          </a:lstStyle>
          <a:p xmlns:a="http://schemas.openxmlformats.org/drawingml/2006/main">
            <a:pPr>
              <a:buNone/>
              <a:defRPr sz="2625" b="1">
                <a:solidFill>
                  <a:srgbClr val="3803BF"/>
                </a:solidFill>
              </a:defRPr>
            </a:pPr>
            <a:r>
              <a:rPr sz="2800" b="1">
                <a:solidFill>
                  <a:srgbClr val="3803BF"/>
                </a:solidFill>
              </a:rPr>
              <a:t>Im</a:t>
            </a:r>
            <a:r>
              <a:rPr sz="2800" b="1">
                <a:solidFill>
                  <a:srgbClr val="3803BF"/>
                </a:solidFill>
              </a:rPr>
              <a:t> </a:t>
            </a:r>
            <a:r>
              <a:rPr sz="2800" b="1">
                <a:solidFill>
                  <a:srgbClr val="3803BF"/>
                </a:solidFill>
              </a:rPr>
              <a:t>Produkt</a:t>
            </a:r>
            <a:endParaRPr sz="2800" b="1">
              <a:solidFill>
                <a:srgbClr val="3803BF"/>
              </a:solidFill>
            </a:endParaRPr>
          </a:p>
        </p:txBody>
      </p:sp>
      <p:sp>
        <p:nvSpPr>
          <p:cNvPr id="4" name="ai-product-0">
            <a:extLst xmlns:a="http://schemas.openxmlformats.org/drawingml/2006/main">
              <a:ext uri="{FF2B5EF4-FFF2-40B4-BE49-F238E27FC236}">
                <a16:creationId xmlns:a16="http://schemas.microsoft.com/office/drawing/2014/main" id="{7568A304-6AE0-450B-8A7F-5557600AFE76}"/>
              </a:ext>
            </a:extLst>
          </p:cNvPr>
          <p:cNvSpPr>
            <a:spLocks xmlns:a="http://schemas.openxmlformats.org/drawingml/2006/main" noGrp="1"/>
          </p:cNvSpPr>
          <p:nvPr/>
        </p:nvSpPr>
        <p:spPr>
          <a:xfrm xmlns:a="http://schemas.openxmlformats.org/drawingml/2006/main">
            <a:off x="685800" y="24288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35303F"/>
                </a:solidFill>
              </a:defRPr>
            </a:defPPr>
            <a:lvl1pPr>
              <a:buNone/>
              <a:defRPr sz="1950" b="0">
                <a:solidFill>
                  <a:srgbClr val="35303F"/>
                </a:solidFill>
              </a:defRPr>
            </a:lvl1pPr>
            <a:lvl2pPr>
              <a:buNone/>
              <a:defRPr sz="1950" b="0">
                <a:solidFill>
                  <a:srgbClr val="35303F"/>
                </a:solidFill>
              </a:defRPr>
            </a:lvl2pPr>
            <a:lvl3pPr>
              <a:buNone/>
              <a:defRPr sz="1950" b="0">
                <a:solidFill>
                  <a:srgbClr val="35303F"/>
                </a:solidFill>
              </a:defRPr>
            </a:lvl3pPr>
            <a:lvl4pPr>
              <a:buNone/>
              <a:defRPr sz="1950" b="0">
                <a:solidFill>
                  <a:srgbClr val="35303F"/>
                </a:solidFill>
              </a:defRPr>
            </a:lvl4pPr>
            <a:lvl5pPr>
              <a:buNone/>
              <a:defRPr sz="1950" b="0">
                <a:solidFill>
                  <a:srgbClr val="35303F"/>
                </a:solidFill>
              </a:defRPr>
            </a:lvl5pPr>
            <a:lvl6pPr>
              <a:buNone/>
              <a:defRPr sz="1950" b="0">
                <a:solidFill>
                  <a:srgbClr val="35303F"/>
                </a:solidFill>
              </a:defRPr>
            </a:lvl6pPr>
            <a:lvl7pPr>
              <a:buNone/>
              <a:defRPr sz="1950" b="0">
                <a:solidFill>
                  <a:srgbClr val="35303F"/>
                </a:solidFill>
              </a:defRPr>
            </a:lvl7pPr>
            <a:lvl8pPr>
              <a:buNone/>
              <a:defRPr sz="1950" b="0">
                <a:solidFill>
                  <a:srgbClr val="35303F"/>
                </a:solidFill>
              </a:defRPr>
            </a:lvl8pPr>
            <a:lvl9pPr>
              <a:buNone/>
              <a:defRPr sz="1950" b="0">
                <a:solidFill>
                  <a:srgbClr val="35303F"/>
                </a:solidFill>
              </a:defRPr>
            </a:lvl9pPr>
          </a:lstStyle>
          <a:p xmlns:a="http://schemas.openxmlformats.org/drawingml/2006/main">
            <a:pPr>
              <a:buNone/>
              <a:defRPr sz="1950" b="0">
                <a:solidFill>
                  <a:srgbClr val="35303F"/>
                </a:solidFill>
              </a:defRPr>
            </a:pPr>
            <a:r>
              <a:rPr sz="2400" b="0">
                <a:solidFill>
                  <a:srgbClr val="35303F"/>
                </a:solidFill>
              </a:rPr>
              <a:t>MediaPipe</a:t>
            </a:r>
            <a:r>
              <a:rPr sz="2400" b="0">
                <a:solidFill>
                  <a:srgbClr val="35303F"/>
                </a:solidFill>
              </a:rPr>
              <a:t>: </a:t>
            </a:r>
            <a:r>
              <a:rPr sz="2400" b="0">
                <a:solidFill>
                  <a:srgbClr val="35303F"/>
                </a:solidFill>
              </a:rPr>
              <a:t>Körper</a:t>
            </a:r>
            <a:r>
              <a:rPr sz="2400" b="0">
                <a:solidFill>
                  <a:srgbClr val="35303F"/>
                </a:solidFill>
              </a:rPr>
              <a:t>- und </a:t>
            </a:r>
            <a:r>
              <a:rPr sz="2400" b="0">
                <a:solidFill>
                  <a:srgbClr val="35303F"/>
                </a:solidFill>
              </a:rPr>
              <a:t>Handpunkte</a:t>
            </a:r>
            <a:endParaRPr sz="2400" b="0">
              <a:solidFill>
                <a:srgbClr val="35303F"/>
              </a:solidFill>
            </a:endParaRPr>
          </a:p>
        </p:txBody>
      </p:sp>
      <p:sp>
        <p:nvSpPr>
          <p:cNvPr id="5" name="ai-product-1">
            <a:extLst xmlns:a="http://schemas.openxmlformats.org/drawingml/2006/main">
              <a:ext uri="{FF2B5EF4-FFF2-40B4-BE49-F238E27FC236}">
                <a16:creationId xmlns:a16="http://schemas.microsoft.com/office/drawing/2014/main" id="{B28910B6-4159-40EE-B936-D9F5EEC1299D}"/>
              </a:ext>
            </a:extLst>
          </p:cNvPr>
          <p:cNvSpPr>
            <a:spLocks xmlns:a="http://schemas.openxmlformats.org/drawingml/2006/main" noGrp="1"/>
          </p:cNvSpPr>
          <p:nvPr/>
        </p:nvSpPr>
        <p:spPr>
          <a:xfrm xmlns:a="http://schemas.openxmlformats.org/drawingml/2006/main">
            <a:off x="685800" y="28479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35303F"/>
                </a:solidFill>
              </a:defRPr>
            </a:defPPr>
            <a:lvl1pPr>
              <a:buNone/>
              <a:defRPr sz="1950" b="0">
                <a:solidFill>
                  <a:srgbClr val="35303F"/>
                </a:solidFill>
              </a:defRPr>
            </a:lvl1pPr>
            <a:lvl2pPr>
              <a:buNone/>
              <a:defRPr sz="1950" b="0">
                <a:solidFill>
                  <a:srgbClr val="35303F"/>
                </a:solidFill>
              </a:defRPr>
            </a:lvl2pPr>
            <a:lvl3pPr>
              <a:buNone/>
              <a:defRPr sz="1950" b="0">
                <a:solidFill>
                  <a:srgbClr val="35303F"/>
                </a:solidFill>
              </a:defRPr>
            </a:lvl3pPr>
            <a:lvl4pPr>
              <a:buNone/>
              <a:defRPr sz="1950" b="0">
                <a:solidFill>
                  <a:srgbClr val="35303F"/>
                </a:solidFill>
              </a:defRPr>
            </a:lvl4pPr>
            <a:lvl5pPr>
              <a:buNone/>
              <a:defRPr sz="1950" b="0">
                <a:solidFill>
                  <a:srgbClr val="35303F"/>
                </a:solidFill>
              </a:defRPr>
            </a:lvl5pPr>
            <a:lvl6pPr>
              <a:buNone/>
              <a:defRPr sz="1950" b="0">
                <a:solidFill>
                  <a:srgbClr val="35303F"/>
                </a:solidFill>
              </a:defRPr>
            </a:lvl6pPr>
            <a:lvl7pPr>
              <a:buNone/>
              <a:defRPr sz="1950" b="0">
                <a:solidFill>
                  <a:srgbClr val="35303F"/>
                </a:solidFill>
              </a:defRPr>
            </a:lvl7pPr>
            <a:lvl8pPr>
              <a:buNone/>
              <a:defRPr sz="1950" b="0">
                <a:solidFill>
                  <a:srgbClr val="35303F"/>
                </a:solidFill>
              </a:defRPr>
            </a:lvl8pPr>
            <a:lvl9pPr>
              <a:buNone/>
              <a:defRPr sz="1950" b="0">
                <a:solidFill>
                  <a:srgbClr val="35303F"/>
                </a:solidFill>
              </a:defRPr>
            </a:lvl9pPr>
          </a:lstStyle>
          <a:p xmlns:a="http://schemas.openxmlformats.org/drawingml/2006/main">
            <a:pPr>
              <a:buNone/>
              <a:defRPr sz="1950" b="0">
                <a:solidFill>
                  <a:srgbClr val="35303F"/>
                </a:solidFill>
              </a:defRPr>
            </a:pPr>
            <a:r>
              <a:rPr sz="2400" b="0">
                <a:solidFill>
                  <a:srgbClr val="35303F"/>
                </a:solidFill>
              </a:rPr>
              <a:t>Whisper: lokale Transkription</a:t>
            </a:r>
            <a:endParaRPr sz="2400" b="0">
              <a:solidFill>
                <a:srgbClr val="35303F"/>
              </a:solidFill>
            </a:endParaRPr>
          </a:p>
        </p:txBody>
      </p:sp>
      <p:sp>
        <p:nvSpPr>
          <p:cNvPr id="6" name="ai-product-2">
            <a:extLst xmlns:a="http://schemas.openxmlformats.org/drawingml/2006/main">
              <a:ext uri="{FF2B5EF4-FFF2-40B4-BE49-F238E27FC236}">
                <a16:creationId xmlns:a16="http://schemas.microsoft.com/office/drawing/2014/main" id="{9C4D3A2A-C8D3-4DE8-9CFB-84DD9D94A628}"/>
              </a:ext>
            </a:extLst>
          </p:cNvPr>
          <p:cNvSpPr>
            <a:spLocks xmlns:a="http://schemas.openxmlformats.org/drawingml/2006/main" noGrp="1"/>
          </p:cNvSpPr>
          <p:nvPr/>
        </p:nvSpPr>
        <p:spPr>
          <a:xfrm xmlns:a="http://schemas.openxmlformats.org/drawingml/2006/main">
            <a:off x="685800" y="32670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35303F"/>
                </a:solidFill>
              </a:defRPr>
            </a:defPPr>
            <a:lvl1pPr>
              <a:buNone/>
              <a:defRPr sz="1950" b="0">
                <a:solidFill>
                  <a:srgbClr val="35303F"/>
                </a:solidFill>
              </a:defRPr>
            </a:lvl1pPr>
            <a:lvl2pPr>
              <a:buNone/>
              <a:defRPr sz="1950" b="0">
                <a:solidFill>
                  <a:srgbClr val="35303F"/>
                </a:solidFill>
              </a:defRPr>
            </a:lvl2pPr>
            <a:lvl3pPr>
              <a:buNone/>
              <a:defRPr sz="1950" b="0">
                <a:solidFill>
                  <a:srgbClr val="35303F"/>
                </a:solidFill>
              </a:defRPr>
            </a:lvl3pPr>
            <a:lvl4pPr>
              <a:buNone/>
              <a:defRPr sz="1950" b="0">
                <a:solidFill>
                  <a:srgbClr val="35303F"/>
                </a:solidFill>
              </a:defRPr>
            </a:lvl4pPr>
            <a:lvl5pPr>
              <a:buNone/>
              <a:defRPr sz="1950" b="0">
                <a:solidFill>
                  <a:srgbClr val="35303F"/>
                </a:solidFill>
              </a:defRPr>
            </a:lvl5pPr>
            <a:lvl6pPr>
              <a:buNone/>
              <a:defRPr sz="1950" b="0">
                <a:solidFill>
                  <a:srgbClr val="35303F"/>
                </a:solidFill>
              </a:defRPr>
            </a:lvl6pPr>
            <a:lvl7pPr>
              <a:buNone/>
              <a:defRPr sz="1950" b="0">
                <a:solidFill>
                  <a:srgbClr val="35303F"/>
                </a:solidFill>
              </a:defRPr>
            </a:lvl7pPr>
            <a:lvl8pPr>
              <a:buNone/>
              <a:defRPr sz="1950" b="0">
                <a:solidFill>
                  <a:srgbClr val="35303F"/>
                </a:solidFill>
              </a:defRPr>
            </a:lvl8pPr>
            <a:lvl9pPr>
              <a:buNone/>
              <a:defRPr sz="1950" b="0">
                <a:solidFill>
                  <a:srgbClr val="35303F"/>
                </a:solidFill>
              </a:defRPr>
            </a:lvl9pPr>
          </a:lstStyle>
          <a:p xmlns:a="http://schemas.openxmlformats.org/drawingml/2006/main">
            <a:pPr>
              <a:buNone/>
              <a:defRPr sz="1950" b="0">
                <a:solidFill>
                  <a:srgbClr val="35303F"/>
                </a:solidFill>
              </a:defRPr>
            </a:pPr>
            <a:r>
              <a:rPr sz="2400" b="0">
                <a:solidFill>
                  <a:srgbClr val="35303F"/>
                </a:solidFill>
              </a:rPr>
              <a:t>Jina Embeddings: Quellensuche</a:t>
            </a:r>
            <a:endParaRPr sz="2400" b="0">
              <a:solidFill>
                <a:srgbClr val="35303F"/>
              </a:solidFill>
            </a:endParaRPr>
          </a:p>
        </p:txBody>
      </p:sp>
      <p:sp>
        <p:nvSpPr>
          <p:cNvPr id="7" name="ai-product-3">
            <a:extLst xmlns:a="http://schemas.openxmlformats.org/drawingml/2006/main">
              <a:ext uri="{FF2B5EF4-FFF2-40B4-BE49-F238E27FC236}">
                <a16:creationId xmlns:a16="http://schemas.microsoft.com/office/drawing/2014/main" id="{DED8FAE9-6BC6-49E9-88E6-7E4D4961D264}"/>
              </a:ext>
            </a:extLst>
          </p:cNvPr>
          <p:cNvSpPr>
            <a:spLocks xmlns:a="http://schemas.openxmlformats.org/drawingml/2006/main" noGrp="1"/>
          </p:cNvSpPr>
          <p:nvPr/>
        </p:nvSpPr>
        <p:spPr>
          <a:xfrm xmlns:a="http://schemas.openxmlformats.org/drawingml/2006/main">
            <a:off x="685800" y="36861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35303F"/>
                </a:solidFill>
              </a:defRPr>
            </a:defPPr>
            <a:lvl1pPr>
              <a:buNone/>
              <a:defRPr sz="1950" b="0">
                <a:solidFill>
                  <a:srgbClr val="35303F"/>
                </a:solidFill>
              </a:defRPr>
            </a:lvl1pPr>
            <a:lvl2pPr>
              <a:buNone/>
              <a:defRPr sz="1950" b="0">
                <a:solidFill>
                  <a:srgbClr val="35303F"/>
                </a:solidFill>
              </a:defRPr>
            </a:lvl2pPr>
            <a:lvl3pPr>
              <a:buNone/>
              <a:defRPr sz="1950" b="0">
                <a:solidFill>
                  <a:srgbClr val="35303F"/>
                </a:solidFill>
              </a:defRPr>
            </a:lvl3pPr>
            <a:lvl4pPr>
              <a:buNone/>
              <a:defRPr sz="1950" b="0">
                <a:solidFill>
                  <a:srgbClr val="35303F"/>
                </a:solidFill>
              </a:defRPr>
            </a:lvl4pPr>
            <a:lvl5pPr>
              <a:buNone/>
              <a:defRPr sz="1950" b="0">
                <a:solidFill>
                  <a:srgbClr val="35303F"/>
                </a:solidFill>
              </a:defRPr>
            </a:lvl5pPr>
            <a:lvl6pPr>
              <a:buNone/>
              <a:defRPr sz="1950" b="0">
                <a:solidFill>
                  <a:srgbClr val="35303F"/>
                </a:solidFill>
              </a:defRPr>
            </a:lvl6pPr>
            <a:lvl7pPr>
              <a:buNone/>
              <a:defRPr sz="1950" b="0">
                <a:solidFill>
                  <a:srgbClr val="35303F"/>
                </a:solidFill>
              </a:defRPr>
            </a:lvl7pPr>
            <a:lvl8pPr>
              <a:buNone/>
              <a:defRPr sz="1950" b="0">
                <a:solidFill>
                  <a:srgbClr val="35303F"/>
                </a:solidFill>
              </a:defRPr>
            </a:lvl8pPr>
            <a:lvl9pPr>
              <a:buNone/>
              <a:defRPr sz="1950" b="0">
                <a:solidFill>
                  <a:srgbClr val="35303F"/>
                </a:solidFill>
              </a:defRPr>
            </a:lvl9pPr>
          </a:lstStyle>
          <a:p xmlns:a="http://schemas.openxmlformats.org/drawingml/2006/main">
            <a:pPr>
              <a:buNone/>
              <a:defRPr sz="1950" b="0">
                <a:solidFill>
                  <a:srgbClr val="35303F"/>
                </a:solidFill>
              </a:defRPr>
            </a:pPr>
            <a:r>
              <a:rPr sz="2400" b="0">
                <a:solidFill>
                  <a:srgbClr val="35303F"/>
                </a:solidFill>
              </a:rPr>
              <a:t>Gemini: Quellenabgleich und Fragen</a:t>
            </a:r>
            <a:endParaRPr sz="2400" b="0">
              <a:solidFill>
                <a:srgbClr val="35303F"/>
              </a:solidFill>
            </a:endParaRPr>
          </a:p>
        </p:txBody>
      </p:sp>
      <p:sp>
        <p:nvSpPr>
          <p:cNvPr id="8" name="ai-product-4">
            <a:extLst xmlns:a="http://schemas.openxmlformats.org/drawingml/2006/main">
              <a:ext uri="{FF2B5EF4-FFF2-40B4-BE49-F238E27FC236}">
                <a16:creationId xmlns:a16="http://schemas.microsoft.com/office/drawing/2014/main" id="{628D6628-8A22-495B-88A5-6DBDC76C5837}"/>
              </a:ext>
            </a:extLst>
          </p:cNvPr>
          <p:cNvSpPr>
            <a:spLocks xmlns:a="http://schemas.openxmlformats.org/drawingml/2006/main" noGrp="1"/>
          </p:cNvSpPr>
          <p:nvPr/>
        </p:nvSpPr>
        <p:spPr>
          <a:xfrm xmlns:a="http://schemas.openxmlformats.org/drawingml/2006/main">
            <a:off x="685800" y="41052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35303F"/>
                </a:solidFill>
              </a:defRPr>
            </a:defPPr>
            <a:lvl1pPr>
              <a:buNone/>
              <a:defRPr sz="1950" b="0">
                <a:solidFill>
                  <a:srgbClr val="35303F"/>
                </a:solidFill>
              </a:defRPr>
            </a:lvl1pPr>
            <a:lvl2pPr>
              <a:buNone/>
              <a:defRPr sz="1950" b="0">
                <a:solidFill>
                  <a:srgbClr val="35303F"/>
                </a:solidFill>
              </a:defRPr>
            </a:lvl2pPr>
            <a:lvl3pPr>
              <a:buNone/>
              <a:defRPr sz="1950" b="0">
                <a:solidFill>
                  <a:srgbClr val="35303F"/>
                </a:solidFill>
              </a:defRPr>
            </a:lvl3pPr>
            <a:lvl4pPr>
              <a:buNone/>
              <a:defRPr sz="1950" b="0">
                <a:solidFill>
                  <a:srgbClr val="35303F"/>
                </a:solidFill>
              </a:defRPr>
            </a:lvl4pPr>
            <a:lvl5pPr>
              <a:buNone/>
              <a:defRPr sz="1950" b="0">
                <a:solidFill>
                  <a:srgbClr val="35303F"/>
                </a:solidFill>
              </a:defRPr>
            </a:lvl5pPr>
            <a:lvl6pPr>
              <a:buNone/>
              <a:defRPr sz="1950" b="0">
                <a:solidFill>
                  <a:srgbClr val="35303F"/>
                </a:solidFill>
              </a:defRPr>
            </a:lvl6pPr>
            <a:lvl7pPr>
              <a:buNone/>
              <a:defRPr sz="1950" b="0">
                <a:solidFill>
                  <a:srgbClr val="35303F"/>
                </a:solidFill>
              </a:defRPr>
            </a:lvl7pPr>
            <a:lvl8pPr>
              <a:buNone/>
              <a:defRPr sz="1950" b="0">
                <a:solidFill>
                  <a:srgbClr val="35303F"/>
                </a:solidFill>
              </a:defRPr>
            </a:lvl8pPr>
            <a:lvl9pPr>
              <a:buNone/>
              <a:defRPr sz="1950" b="0">
                <a:solidFill>
                  <a:srgbClr val="35303F"/>
                </a:solidFill>
              </a:defRPr>
            </a:lvl9pPr>
          </a:lstStyle>
          <a:p xmlns:a="http://schemas.openxmlformats.org/drawingml/2006/main">
            <a:pPr>
              <a:buNone/>
              <a:defRPr sz="1950" b="0">
                <a:solidFill>
                  <a:srgbClr val="35303F"/>
                </a:solidFill>
              </a:defRPr>
            </a:pPr>
            <a:r>
              <a:rPr sz="2400" b="0">
                <a:solidFill>
                  <a:srgbClr val="35303F"/>
                </a:solidFill>
              </a:rPr>
              <a:t>ElevenLabs: Sprachdialog</a:t>
            </a:r>
          </a:p>
        </p:txBody>
      </p:sp>
      <p:sp>
        <p:nvSpPr>
          <p:cNvPr id="9" name="ai-dev-heading">
            <a:extLst xmlns:a="http://schemas.openxmlformats.org/drawingml/2006/main">
              <a:ext uri="{FF2B5EF4-FFF2-40B4-BE49-F238E27FC236}">
                <a16:creationId xmlns:a16="http://schemas.microsoft.com/office/drawing/2014/main" id="{0DF5515E-30EC-4326-8F08-4F1302C10CBE}"/>
              </a:ext>
            </a:extLst>
          </p:cNvPr>
          <p:cNvSpPr>
            <a:spLocks xmlns:a="http://schemas.openxmlformats.org/drawingml/2006/main" noGrp="1"/>
          </p:cNvSpPr>
          <p:nvPr/>
        </p:nvSpPr>
        <p:spPr>
          <a:xfrm xmlns:a="http://schemas.openxmlformats.org/drawingml/2006/main">
            <a:off x="6477000" y="1724025"/>
            <a:ext cx="5029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3803BF"/>
                </a:solidFill>
              </a:defRPr>
            </a:defPPr>
            <a:lvl1pPr>
              <a:buNone/>
              <a:defRPr sz="2625" b="1">
                <a:solidFill>
                  <a:srgbClr val="3803BF"/>
                </a:solidFill>
              </a:defRPr>
            </a:lvl1pPr>
            <a:lvl2pPr>
              <a:buNone/>
              <a:defRPr sz="2625" b="1">
                <a:solidFill>
                  <a:srgbClr val="3803BF"/>
                </a:solidFill>
              </a:defRPr>
            </a:lvl2pPr>
            <a:lvl3pPr>
              <a:buNone/>
              <a:defRPr sz="2625" b="1">
                <a:solidFill>
                  <a:srgbClr val="3803BF"/>
                </a:solidFill>
              </a:defRPr>
            </a:lvl3pPr>
            <a:lvl4pPr>
              <a:buNone/>
              <a:defRPr sz="2625" b="1">
                <a:solidFill>
                  <a:srgbClr val="3803BF"/>
                </a:solidFill>
              </a:defRPr>
            </a:lvl4pPr>
            <a:lvl5pPr>
              <a:buNone/>
              <a:defRPr sz="2625" b="1">
                <a:solidFill>
                  <a:srgbClr val="3803BF"/>
                </a:solidFill>
              </a:defRPr>
            </a:lvl5pPr>
            <a:lvl6pPr>
              <a:buNone/>
              <a:defRPr sz="2625" b="1">
                <a:solidFill>
                  <a:srgbClr val="3803BF"/>
                </a:solidFill>
              </a:defRPr>
            </a:lvl6pPr>
            <a:lvl7pPr>
              <a:buNone/>
              <a:defRPr sz="2625" b="1">
                <a:solidFill>
                  <a:srgbClr val="3803BF"/>
                </a:solidFill>
              </a:defRPr>
            </a:lvl7pPr>
            <a:lvl8pPr>
              <a:buNone/>
              <a:defRPr sz="2625" b="1">
                <a:solidFill>
                  <a:srgbClr val="3803BF"/>
                </a:solidFill>
              </a:defRPr>
            </a:lvl8pPr>
            <a:lvl9pPr>
              <a:buNone/>
              <a:defRPr sz="2625" b="1">
                <a:solidFill>
                  <a:srgbClr val="3803BF"/>
                </a:solidFill>
              </a:defRPr>
            </a:lvl9pPr>
          </a:lstStyle>
          <a:p xmlns:a="http://schemas.openxmlformats.org/drawingml/2006/main">
            <a:pPr>
              <a:buNone/>
              <a:defRPr sz="2625" b="1">
                <a:solidFill>
                  <a:srgbClr val="3803BF"/>
                </a:solidFill>
              </a:defRPr>
            </a:pPr>
            <a:r>
              <a:rPr sz="2800"/>
              <a:t>In</a:t>
            </a:r>
            <a:r>
              <a:rPr sz="2800" b="1">
                <a:solidFill>
                  <a:srgbClr val="3803BF"/>
                </a:solidFill>
              </a:rPr>
              <a:t> der </a:t>
            </a:r>
            <a:r>
              <a:rPr sz="2800" b="1">
                <a:solidFill>
                  <a:srgbClr val="3803BF"/>
                </a:solidFill>
              </a:rPr>
              <a:t>Entwicklung</a:t>
            </a:r>
            <a:endParaRPr sz="2800" b="1">
              <a:solidFill>
                <a:srgbClr val="3803BF"/>
              </a:solidFill>
            </a:endParaRPr>
          </a:p>
        </p:txBody>
      </p:sp>
      <p:sp>
        <p:nvSpPr>
          <p:cNvPr id="10" name="coding-tools">
            <a:extLst xmlns:a="http://schemas.openxmlformats.org/drawingml/2006/main">
              <a:ext uri="{FF2B5EF4-FFF2-40B4-BE49-F238E27FC236}">
                <a16:creationId xmlns:a16="http://schemas.microsoft.com/office/drawing/2014/main" id="{26F06666-676E-4E7C-AB84-3EBF3ECEE190}"/>
              </a:ext>
            </a:extLst>
          </p:cNvPr>
          <p:cNvSpPr>
            <a:spLocks xmlns:a="http://schemas.openxmlformats.org/drawingml/2006/main" noGrp="1"/>
          </p:cNvSpPr>
          <p:nvPr/>
        </p:nvSpPr>
        <p:spPr>
          <a:xfrm xmlns:a="http://schemas.openxmlformats.org/drawingml/2006/main">
            <a:off x="6477000" y="2428875"/>
            <a:ext cx="5029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181520"/>
                </a:solidFill>
              </a:defRPr>
            </a:defPPr>
            <a:lvl1pPr>
              <a:buNone/>
              <a:defRPr sz="2175" b="1">
                <a:solidFill>
                  <a:srgbClr val="181520"/>
                </a:solidFill>
              </a:defRPr>
            </a:lvl1pPr>
            <a:lvl2pPr>
              <a:buNone/>
              <a:defRPr sz="2175" b="1">
                <a:solidFill>
                  <a:srgbClr val="181520"/>
                </a:solidFill>
              </a:defRPr>
            </a:lvl2pPr>
            <a:lvl3pPr>
              <a:buNone/>
              <a:defRPr sz="2175" b="1">
                <a:solidFill>
                  <a:srgbClr val="181520"/>
                </a:solidFill>
              </a:defRPr>
            </a:lvl3pPr>
            <a:lvl4pPr>
              <a:buNone/>
              <a:defRPr sz="2175" b="1">
                <a:solidFill>
                  <a:srgbClr val="181520"/>
                </a:solidFill>
              </a:defRPr>
            </a:lvl4pPr>
            <a:lvl5pPr>
              <a:buNone/>
              <a:defRPr sz="2175" b="1">
                <a:solidFill>
                  <a:srgbClr val="181520"/>
                </a:solidFill>
              </a:defRPr>
            </a:lvl5pPr>
            <a:lvl6pPr>
              <a:buNone/>
              <a:defRPr sz="2175" b="1">
                <a:solidFill>
                  <a:srgbClr val="181520"/>
                </a:solidFill>
              </a:defRPr>
            </a:lvl6pPr>
            <a:lvl7pPr>
              <a:buNone/>
              <a:defRPr sz="2175" b="1">
                <a:solidFill>
                  <a:srgbClr val="181520"/>
                </a:solidFill>
              </a:defRPr>
            </a:lvl7pPr>
            <a:lvl8pPr>
              <a:buNone/>
              <a:defRPr sz="2175" b="1">
                <a:solidFill>
                  <a:srgbClr val="181520"/>
                </a:solidFill>
              </a:defRPr>
            </a:lvl8pPr>
            <a:lvl9pPr>
              <a:buNone/>
              <a:defRPr sz="2175" b="1">
                <a:solidFill>
                  <a:srgbClr val="181520"/>
                </a:solidFill>
              </a:defRPr>
            </a:lvl9pPr>
          </a:lstStyle>
          <a:p xmlns:a="http://schemas.openxmlformats.org/drawingml/2006/main">
            <a:pPr>
              <a:buNone/>
              <a:defRPr sz="2175" b="1">
                <a:solidFill>
                  <a:srgbClr val="181520"/>
                </a:solidFill>
              </a:defRPr>
            </a:pPr>
            <a:r>
              <a:rPr sz="2400" b="1">
                <a:solidFill>
                  <a:srgbClr val="181520"/>
                </a:solidFill>
              </a:rPr>
              <a:t>Codex und Claude Code</a:t>
            </a:r>
          </a:p>
        </p:txBody>
      </p:sp>
      <p:sp>
        <p:nvSpPr>
          <p:cNvPr id="11" name="coding-uses">
            <a:extLst xmlns:a="http://schemas.openxmlformats.org/drawingml/2006/main">
              <a:ext uri="{FF2B5EF4-FFF2-40B4-BE49-F238E27FC236}">
                <a16:creationId xmlns:a16="http://schemas.microsoft.com/office/drawing/2014/main" id="{E14ACA03-0B4E-43BA-B087-9A6590CDAEBE}"/>
              </a:ext>
            </a:extLst>
          </p:cNvPr>
          <p:cNvSpPr>
            <a:spLocks xmlns:a="http://schemas.openxmlformats.org/drawingml/2006/main" noGrp="1"/>
          </p:cNvSpPr>
          <p:nvPr/>
        </p:nvSpPr>
        <p:spPr>
          <a:xfrm xmlns:a="http://schemas.openxmlformats.org/drawingml/2006/main">
            <a:off x="6477000" y="3038475"/>
            <a:ext cx="50292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35303F"/>
                </a:solidFill>
              </a:defRPr>
            </a:defPPr>
            <a:lvl1pPr>
              <a:buNone/>
              <a:defRPr sz="2025" b="0">
                <a:solidFill>
                  <a:srgbClr val="35303F"/>
                </a:solidFill>
              </a:defRPr>
            </a:lvl1pPr>
            <a:lvl2pPr>
              <a:buNone/>
              <a:defRPr sz="2025" b="0">
                <a:solidFill>
                  <a:srgbClr val="35303F"/>
                </a:solidFill>
              </a:defRPr>
            </a:lvl2pPr>
            <a:lvl3pPr>
              <a:buNone/>
              <a:defRPr sz="2025" b="0">
                <a:solidFill>
                  <a:srgbClr val="35303F"/>
                </a:solidFill>
              </a:defRPr>
            </a:lvl3pPr>
            <a:lvl4pPr>
              <a:buNone/>
              <a:defRPr sz="2025" b="0">
                <a:solidFill>
                  <a:srgbClr val="35303F"/>
                </a:solidFill>
              </a:defRPr>
            </a:lvl4pPr>
            <a:lvl5pPr>
              <a:buNone/>
              <a:defRPr sz="2025" b="0">
                <a:solidFill>
                  <a:srgbClr val="35303F"/>
                </a:solidFill>
              </a:defRPr>
            </a:lvl5pPr>
            <a:lvl6pPr>
              <a:buNone/>
              <a:defRPr sz="2025" b="0">
                <a:solidFill>
                  <a:srgbClr val="35303F"/>
                </a:solidFill>
              </a:defRPr>
            </a:lvl6pPr>
            <a:lvl7pPr>
              <a:buNone/>
              <a:defRPr sz="2025" b="0">
                <a:solidFill>
                  <a:srgbClr val="35303F"/>
                </a:solidFill>
              </a:defRPr>
            </a:lvl7pPr>
            <a:lvl8pPr>
              <a:buNone/>
              <a:defRPr sz="2025" b="0">
                <a:solidFill>
                  <a:srgbClr val="35303F"/>
                </a:solidFill>
              </a:defRPr>
            </a:lvl8pPr>
            <a:lvl9pPr>
              <a:buNone/>
              <a:defRPr sz="2025" b="0">
                <a:solidFill>
                  <a:srgbClr val="35303F"/>
                </a:solidFill>
              </a:defRPr>
            </a:lvl9pPr>
          </a:lstStyle>
          <a:p xmlns:a="http://schemas.openxmlformats.org/drawingml/2006/main">
            <a:pPr>
              <a:buNone/>
              <a:defRPr sz="2025" b="0">
                <a:solidFill>
                  <a:srgbClr val="35303F"/>
                </a:solidFill>
              </a:defRPr>
            </a:pPr>
            <a:r>
              <a:rPr sz="2400" b="0">
                <a:solidFill>
                  <a:srgbClr val="35303F"/>
                </a:solidFill>
              </a:rPr>
              <a:t>Code und </a:t>
            </a:r>
            <a:r>
              <a:rPr sz="2400" b="0">
                <a:solidFill>
                  <a:srgbClr val="35303F"/>
                </a:solidFill>
              </a:rPr>
              <a:t>Architektur</a:t>
            </a:r>
            <a:endParaRPr sz="2400" b="0">
              <a:solidFill>
                <a:srgbClr val="35303F"/>
              </a:solidFill>
            </a:endParaRPr>
          </a:p>
          <a:p xmlns:a="http://schemas.openxmlformats.org/drawingml/2006/main">
            <a:pPr>
              <a:buNone/>
              <a:defRPr sz="2025" b="0">
                <a:solidFill>
                  <a:srgbClr val="35303F"/>
                </a:solidFill>
              </a:defRPr>
            </a:pPr>
            <a:r>
              <a:rPr sz="2400" b="0">
                <a:solidFill>
                  <a:srgbClr val="35303F"/>
                </a:solidFill>
              </a:rPr>
              <a:t>Recherche und </a:t>
            </a:r>
            <a:r>
              <a:rPr sz="2400" b="0">
                <a:solidFill>
                  <a:srgbClr val="35303F"/>
                </a:solidFill>
              </a:rPr>
              <a:t>Dokumentation</a:t>
            </a:r>
            <a:endParaRPr sz="2400" b="0">
              <a:solidFill>
                <a:srgbClr val="35303F"/>
              </a:solidFill>
            </a:endParaRPr>
          </a:p>
          <a:p xmlns:a="http://schemas.openxmlformats.org/drawingml/2006/main">
            <a:pPr>
              <a:buNone/>
              <a:defRPr sz="2025" b="0">
                <a:solidFill>
                  <a:srgbClr val="35303F"/>
                </a:solidFill>
              </a:defRPr>
            </a:pPr>
            <a:r>
              <a:rPr sz="2400" b="0">
                <a:solidFill>
                  <a:srgbClr val="35303F"/>
                </a:solidFill>
              </a:rPr>
              <a:t>Fehlersuche</a:t>
            </a:r>
            <a:r>
              <a:rPr sz="2400" b="0">
                <a:solidFill>
                  <a:srgbClr val="35303F"/>
                </a:solidFill>
              </a:rPr>
              <a:t> und </a:t>
            </a:r>
            <a:r>
              <a:rPr sz="2400" b="0">
                <a:solidFill>
                  <a:srgbClr val="35303F"/>
                </a:solidFill>
              </a:rPr>
              <a:t>Testentwürfe</a:t>
            </a:r>
            <a:endParaRPr sz="2400" b="0">
              <a:solidFill>
                <a:srgbClr val="35303F"/>
              </a:solidFill>
            </a:endParaRPr>
          </a:p>
        </p:txBody>
      </p:sp>
      <p:sp>
        <p:nvSpPr>
          <p:cNvPr id="12" name="team-role">
            <a:extLst xmlns:a="http://schemas.openxmlformats.org/drawingml/2006/main">
              <a:ext uri="{FF2B5EF4-FFF2-40B4-BE49-F238E27FC236}">
                <a16:creationId xmlns:a16="http://schemas.microsoft.com/office/drawing/2014/main" id="{1813E5FF-F1E9-49BF-8BAC-87944603E77D}"/>
              </a:ext>
            </a:extLst>
          </p:cNvPr>
          <p:cNvSpPr>
            <a:spLocks xmlns:a="http://schemas.openxmlformats.org/drawingml/2006/main" noGrp="1"/>
          </p:cNvSpPr>
          <p:nvPr/>
        </p:nvSpPr>
        <p:spPr>
          <a:xfrm xmlns:a="http://schemas.openxmlformats.org/drawingml/2006/main">
            <a:off x="6477000" y="4371975"/>
            <a:ext cx="5029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B5365"/>
                </a:solidFill>
              </a:defRPr>
            </a:defPPr>
            <a:lvl1pPr>
              <a:buNone/>
              <a:defRPr sz="1800" b="0">
                <a:solidFill>
                  <a:srgbClr val="5B5365"/>
                </a:solidFill>
              </a:defRPr>
            </a:lvl1pPr>
            <a:lvl2pPr>
              <a:buNone/>
              <a:defRPr sz="1800" b="0">
                <a:solidFill>
                  <a:srgbClr val="5B5365"/>
                </a:solidFill>
              </a:defRPr>
            </a:lvl2pPr>
            <a:lvl3pPr>
              <a:buNone/>
              <a:defRPr sz="1800" b="0">
                <a:solidFill>
                  <a:srgbClr val="5B5365"/>
                </a:solidFill>
              </a:defRPr>
            </a:lvl3pPr>
            <a:lvl4pPr>
              <a:buNone/>
              <a:defRPr sz="1800" b="0">
                <a:solidFill>
                  <a:srgbClr val="5B5365"/>
                </a:solidFill>
              </a:defRPr>
            </a:lvl4pPr>
            <a:lvl5pPr>
              <a:buNone/>
              <a:defRPr sz="1800" b="0">
                <a:solidFill>
                  <a:srgbClr val="5B5365"/>
                </a:solidFill>
              </a:defRPr>
            </a:lvl5pPr>
            <a:lvl6pPr>
              <a:buNone/>
              <a:defRPr sz="1800" b="0">
                <a:solidFill>
                  <a:srgbClr val="5B5365"/>
                </a:solidFill>
              </a:defRPr>
            </a:lvl6pPr>
            <a:lvl7pPr>
              <a:buNone/>
              <a:defRPr sz="1800" b="0">
                <a:solidFill>
                  <a:srgbClr val="5B5365"/>
                </a:solidFill>
              </a:defRPr>
            </a:lvl7pPr>
            <a:lvl8pPr>
              <a:buNone/>
              <a:defRPr sz="1800" b="0">
                <a:solidFill>
                  <a:srgbClr val="5B5365"/>
                </a:solidFill>
              </a:defRPr>
            </a:lvl8pPr>
            <a:lvl9pPr>
              <a:buNone/>
              <a:defRPr sz="1800" b="0">
                <a:solidFill>
                  <a:srgbClr val="5B5365"/>
                </a:solidFill>
              </a:defRPr>
            </a:lvl9pPr>
          </a:lstStyle>
          <a:p xmlns:a="http://schemas.openxmlformats.org/drawingml/2006/main">
            <a:pPr>
              <a:buNone/>
              <a:defRPr sz="1800" b="0">
                <a:solidFill>
                  <a:srgbClr val="5B5365"/>
                </a:solidFill>
              </a:defRPr>
            </a:pPr>
            <a:r>
              <a:rPr sz="2400" b="0">
                <a:solidFill>
                  <a:srgbClr val="5B5365"/>
                </a:solidFill>
              </a:rPr>
              <a:t>Ziele und Entscheidungen: Team</a:t>
            </a:r>
          </a:p>
        </p:txBody>
      </p:sp>
      <p:sp>
        <p:nvSpPr>
          <p:cNvPr id="13" name="correction-heading">
            <a:extLst xmlns:a="http://schemas.openxmlformats.org/drawingml/2006/main">
              <a:ext uri="{FF2B5EF4-FFF2-40B4-BE49-F238E27FC236}">
                <a16:creationId xmlns:a16="http://schemas.microsoft.com/office/drawing/2014/main" id="{88F0B233-B0DE-4BBC-B4F2-F0A41E0F1F25}"/>
              </a:ext>
            </a:extLst>
          </p:cNvPr>
          <p:cNvSpPr>
            <a:spLocks xmlns:a="http://schemas.openxmlformats.org/drawingml/2006/main" noGrp="1"/>
          </p:cNvSpPr>
          <p:nvPr/>
        </p:nvSpPr>
        <p:spPr>
          <a:xfrm xmlns:a="http://schemas.openxmlformats.org/drawingml/2006/main">
            <a:off x="685800" y="50577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3803BF"/>
                </a:solidFill>
              </a:defRPr>
            </a:defPPr>
            <a:lvl1pPr>
              <a:buNone/>
              <a:defRPr sz="1875" b="1">
                <a:solidFill>
                  <a:srgbClr val="3803BF"/>
                </a:solidFill>
              </a:defRPr>
            </a:lvl1pPr>
            <a:lvl2pPr>
              <a:buNone/>
              <a:defRPr sz="1875" b="1">
                <a:solidFill>
                  <a:srgbClr val="3803BF"/>
                </a:solidFill>
              </a:defRPr>
            </a:lvl2pPr>
            <a:lvl3pPr>
              <a:buNone/>
              <a:defRPr sz="1875" b="1">
                <a:solidFill>
                  <a:srgbClr val="3803BF"/>
                </a:solidFill>
              </a:defRPr>
            </a:lvl3pPr>
            <a:lvl4pPr>
              <a:buNone/>
              <a:defRPr sz="1875" b="1">
                <a:solidFill>
                  <a:srgbClr val="3803BF"/>
                </a:solidFill>
              </a:defRPr>
            </a:lvl4pPr>
            <a:lvl5pPr>
              <a:buNone/>
              <a:defRPr sz="1875" b="1">
                <a:solidFill>
                  <a:srgbClr val="3803BF"/>
                </a:solidFill>
              </a:defRPr>
            </a:lvl5pPr>
            <a:lvl6pPr>
              <a:buNone/>
              <a:defRPr sz="1875" b="1">
                <a:solidFill>
                  <a:srgbClr val="3803BF"/>
                </a:solidFill>
              </a:defRPr>
            </a:lvl6pPr>
            <a:lvl7pPr>
              <a:buNone/>
              <a:defRPr sz="1875" b="1">
                <a:solidFill>
                  <a:srgbClr val="3803BF"/>
                </a:solidFill>
              </a:defRPr>
            </a:lvl7pPr>
            <a:lvl8pPr>
              <a:buNone/>
              <a:defRPr sz="1875" b="1">
                <a:solidFill>
                  <a:srgbClr val="3803BF"/>
                </a:solidFill>
              </a:defRPr>
            </a:lvl8pPr>
            <a:lvl9pPr>
              <a:buNone/>
              <a:defRPr sz="1875" b="1">
                <a:solidFill>
                  <a:srgbClr val="3803BF"/>
                </a:solidFill>
              </a:defRPr>
            </a:lvl9pPr>
          </a:lstStyle>
          <a:p xmlns:a="http://schemas.openxmlformats.org/drawingml/2006/main">
            <a:pPr>
              <a:buNone/>
              <a:defRPr sz="1875" b="1">
                <a:solidFill>
                  <a:srgbClr val="3803BF"/>
                </a:solidFill>
              </a:defRPr>
            </a:pPr>
            <a:r>
              <a:rPr sz="2800" b="1">
                <a:solidFill>
                  <a:srgbClr val="3803BF"/>
                </a:solidFill>
              </a:rPr>
              <a:t>Ein </a:t>
            </a:r>
            <a:r>
              <a:rPr sz="2800" b="1">
                <a:solidFill>
                  <a:srgbClr val="3803BF"/>
                </a:solidFill>
              </a:rPr>
              <a:t>konkreter</a:t>
            </a:r>
            <a:r>
              <a:rPr sz="2800" b="1">
                <a:solidFill>
                  <a:srgbClr val="3803BF"/>
                </a:solidFill>
              </a:rPr>
              <a:t> </a:t>
            </a:r>
            <a:r>
              <a:rPr sz="2800" b="1">
                <a:solidFill>
                  <a:srgbClr val="3803BF"/>
                </a:solidFill>
              </a:rPr>
              <a:t>Fehler</a:t>
            </a:r>
            <a:endParaRPr sz="2800" b="1">
              <a:solidFill>
                <a:srgbClr val="3803BF"/>
              </a:solidFill>
            </a:endParaRPr>
          </a:p>
        </p:txBody>
      </p:sp>
      <p:sp>
        <p:nvSpPr>
          <p:cNvPr id="14" name="correction-example">
            <a:extLst xmlns:a="http://schemas.openxmlformats.org/drawingml/2006/main">
              <a:ext uri="{FF2B5EF4-FFF2-40B4-BE49-F238E27FC236}">
                <a16:creationId xmlns:a16="http://schemas.microsoft.com/office/drawing/2014/main" id="{67A65AAE-687C-428A-A340-F0C9D24ED250}"/>
              </a:ext>
            </a:extLst>
          </p:cNvPr>
          <p:cNvSpPr>
            <a:spLocks xmlns:a="http://schemas.openxmlformats.org/drawingml/2006/main" noGrp="1"/>
          </p:cNvSpPr>
          <p:nvPr/>
        </p:nvSpPr>
        <p:spPr>
          <a:xfrm xmlns:a="http://schemas.openxmlformats.org/drawingml/2006/main">
            <a:off x="685800" y="5514975"/>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5303F"/>
                </a:solidFill>
              </a:defRPr>
            </a:defPPr>
            <a:lvl1pPr>
              <a:buNone/>
              <a:defRPr sz="1800" b="0">
                <a:solidFill>
                  <a:srgbClr val="35303F"/>
                </a:solidFill>
              </a:defRPr>
            </a:lvl1pPr>
            <a:lvl2pPr>
              <a:buNone/>
              <a:defRPr sz="1800" b="0">
                <a:solidFill>
                  <a:srgbClr val="35303F"/>
                </a:solidFill>
              </a:defRPr>
            </a:lvl2pPr>
            <a:lvl3pPr>
              <a:buNone/>
              <a:defRPr sz="1800" b="0">
                <a:solidFill>
                  <a:srgbClr val="35303F"/>
                </a:solidFill>
              </a:defRPr>
            </a:lvl3pPr>
            <a:lvl4pPr>
              <a:buNone/>
              <a:defRPr sz="1800" b="0">
                <a:solidFill>
                  <a:srgbClr val="35303F"/>
                </a:solidFill>
              </a:defRPr>
            </a:lvl4pPr>
            <a:lvl5pPr>
              <a:buNone/>
              <a:defRPr sz="1800" b="0">
                <a:solidFill>
                  <a:srgbClr val="35303F"/>
                </a:solidFill>
              </a:defRPr>
            </a:lvl5pPr>
            <a:lvl6pPr>
              <a:buNone/>
              <a:defRPr sz="1800" b="0">
                <a:solidFill>
                  <a:srgbClr val="35303F"/>
                </a:solidFill>
              </a:defRPr>
            </a:lvl6pPr>
            <a:lvl7pPr>
              <a:buNone/>
              <a:defRPr sz="1800" b="0">
                <a:solidFill>
                  <a:srgbClr val="35303F"/>
                </a:solidFill>
              </a:defRPr>
            </a:lvl7pPr>
            <a:lvl8pPr>
              <a:buNone/>
              <a:defRPr sz="1800" b="0">
                <a:solidFill>
                  <a:srgbClr val="35303F"/>
                </a:solidFill>
              </a:defRPr>
            </a:lvl8pPr>
            <a:lvl9pPr>
              <a:buNone/>
              <a:defRPr sz="1800" b="0">
                <a:solidFill>
                  <a:srgbClr val="35303F"/>
                </a:solidFill>
              </a:defRPr>
            </a:lvl9pPr>
          </a:lstStyle>
          <a:p xmlns:a="http://schemas.openxmlformats.org/drawingml/2006/main">
            <a:pPr>
              <a:buNone/>
              <a:defRPr sz="1800" b="0">
                <a:solidFill>
                  <a:srgbClr val="35303F"/>
                </a:solidFill>
              </a:defRPr>
            </a:pPr>
            <a:r>
              <a:rPr sz="2400" b="0">
                <a:solidFill>
                  <a:srgbClr val="35303F"/>
                </a:solidFill>
              </a:rPr>
              <a:t>SeaweedFS: Docker-Tag 4.49 war nicht verfügbar.</a:t>
            </a:r>
          </a:p>
          <a:p xmlns:a="http://schemas.openxmlformats.org/drawingml/2006/main">
            <a:pPr>
              <a:buNone/>
              <a:defRPr sz="1800" b="0">
                <a:solidFill>
                  <a:srgbClr val="35303F"/>
                </a:solidFill>
              </a:defRPr>
            </a:pPr>
            <a:r>
              <a:rPr sz="2400" b="0">
                <a:solidFill>
                  <a:srgbClr val="35303F"/>
                </a:solidFill>
              </a:rPr>
              <a:t>Registry geprüft und auf Version 4.48 korrigiert.</a:t>
            </a:r>
          </a:p>
        </p:txBody>
      </p:sp>
      <p:sp>
        <p:nvSpPr>
          <p:cNvPr id="15" name="optional-transcription">
            <a:extLst xmlns:a="http://schemas.openxmlformats.org/drawingml/2006/main">
              <a:ext uri="{FF2B5EF4-FFF2-40B4-BE49-F238E27FC236}">
                <a16:creationId xmlns:a16="http://schemas.microsoft.com/office/drawing/2014/main" id="{EFC13E6A-EF6A-4B7C-923F-8E57DA10F233}"/>
              </a:ext>
            </a:extLst>
          </p:cNvPr>
          <p:cNvSpPr>
            <a:spLocks xmlns:a="http://schemas.openxmlformats.org/drawingml/2006/main" noGrp="1"/>
          </p:cNvSpPr>
          <p:nvPr/>
        </p:nvSpPr>
        <p:spPr>
          <a:xfrm xmlns:a="http://schemas.openxmlformats.org/drawingml/2006/main">
            <a:off x="685800" y="4552950"/>
            <a:ext cx="5095875" cy="333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lstStyle xmlns:a="http://schemas.openxmlformats.org/drawingml/2006/main">
            <a:defPPr>
              <a:defRPr sz="1800">
                <a:solidFill>
                  <a:srgbClr val="5B5365"/>
                </a:solidFill>
                <a:latin typeface="Aptos"/>
                <a:ea typeface="Aptos"/>
                <a:cs typeface="Aptos"/>
              </a:defRPr>
            </a:defPPr>
          </a:lstStyle>
          <a:p xmlns:a="http://schemas.openxmlformats.org/drawingml/2006/main">
            <a:pPr>
              <a:defRPr sz="1800">
                <a:solidFill>
                  <a:srgbClr val="5B5365"/>
                </a:solidFill>
                <a:latin typeface="Aptos"/>
                <a:ea typeface="Aptos"/>
                <a:cs typeface="Aptos"/>
              </a:defRPr>
            </a:pPr>
            <a:r>
              <a:rPr sz="1800">
                <a:solidFill>
                  <a:srgbClr val="5B5365"/>
                </a:solidFill>
                <a:latin typeface="Aptos"/>
                <a:ea typeface="Aptos"/>
                <a:cs typeface="Aptos"/>
              </a:rPr>
              <a:t>Deepgram optional für Live-Transkription</a:t>
            </a:r>
          </a:p>
        </p:txBody>
      </p:sp>
    </p:spTree>
    <p:extLst>
      <p:ext uri="{BB962C8B-B14F-4D97-AF65-F5344CB8AC3E}">
        <p14:creationId xmlns:p14="http://schemas.microsoft.com/office/powerpoint/2010/main" val="23983679"/>
      </p:ext>
    </p:extLst>
  </p:cSld>
</p:sld>
</file>

<file path=ppt/slides/slide4.xml><?xml version="1.0" encoding="utf-8"?>
<p:sld xmlns:p="http://schemas.openxmlformats.org/presentationml/2006/main">
  <p:cSld>
    <p:bg>
      <p:bgPr>
        <a:solidFill xmlns:a="http://schemas.openxmlformats.org/drawingml/2006/main">
          <a:srgbClr val="090A15"/>
        </a:solidFill>
      </p:bgPr>
    </p:bg>
    <p:spTree>
      <p:nvGrpSpPr>
        <p:cNvPr id="1" name=""/>
        <p:cNvGrpSpPr/>
        <p:nvPr/>
      </p:nvGrpSpPr>
      <p:grpSpPr>
        <a:xfrm xmlns:a="http://schemas.openxmlformats.org/drawingml/2006/main"/>
      </p:grpSpPr>
      <p:sp>
        <p:nvSpPr>
          <p:cNvPr id="3" name="demo-title">
            <a:extLst xmlns:a="http://schemas.openxmlformats.org/drawingml/2006/main">
              <a:ext uri="{FF2B5EF4-FFF2-40B4-BE49-F238E27FC236}">
                <a16:creationId xmlns:a16="http://schemas.microsoft.com/office/drawing/2014/main" id="{5BBF6856-50B4-403C-81FB-C1C5D0C322F8}"/>
              </a:ext>
            </a:extLst>
          </p:cNvPr>
          <p:cNvSpPr>
            <a:spLocks xmlns:a="http://schemas.openxmlformats.org/drawingml/2006/main" noGrp="1"/>
          </p:cNvSpPr>
          <p:nvPr/>
        </p:nvSpPr>
        <p:spPr>
          <a:xfrm xmlns:a="http://schemas.openxmlformats.org/drawingml/2006/main">
            <a:off x="685800" y="781050"/>
            <a:ext cx="6381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850" b="1">
                <a:solidFill>
                  <a:srgbClr val="FFFFFF"/>
                </a:solidFill>
              </a:defRPr>
            </a:defPPr>
            <a:lvl1pPr>
              <a:buNone/>
              <a:defRPr sz="5850" b="1">
                <a:solidFill>
                  <a:srgbClr val="FFFFFF"/>
                </a:solidFill>
              </a:defRPr>
            </a:lvl1pPr>
            <a:lvl2pPr>
              <a:buNone/>
              <a:defRPr sz="5850" b="1">
                <a:solidFill>
                  <a:srgbClr val="FFFFFF"/>
                </a:solidFill>
              </a:defRPr>
            </a:lvl2pPr>
            <a:lvl3pPr>
              <a:buNone/>
              <a:defRPr sz="5850" b="1">
                <a:solidFill>
                  <a:srgbClr val="FFFFFF"/>
                </a:solidFill>
              </a:defRPr>
            </a:lvl3pPr>
            <a:lvl4pPr>
              <a:buNone/>
              <a:defRPr sz="5850" b="1">
                <a:solidFill>
                  <a:srgbClr val="FFFFFF"/>
                </a:solidFill>
              </a:defRPr>
            </a:lvl4pPr>
            <a:lvl5pPr>
              <a:buNone/>
              <a:defRPr sz="5850" b="1">
                <a:solidFill>
                  <a:srgbClr val="FFFFFF"/>
                </a:solidFill>
              </a:defRPr>
            </a:lvl5pPr>
            <a:lvl6pPr>
              <a:buNone/>
              <a:defRPr sz="5850" b="1">
                <a:solidFill>
                  <a:srgbClr val="FFFFFF"/>
                </a:solidFill>
              </a:defRPr>
            </a:lvl6pPr>
            <a:lvl7pPr>
              <a:buNone/>
              <a:defRPr sz="5850" b="1">
                <a:solidFill>
                  <a:srgbClr val="FFFFFF"/>
                </a:solidFill>
              </a:defRPr>
            </a:lvl7pPr>
            <a:lvl8pPr>
              <a:buNone/>
              <a:defRPr sz="5850" b="1">
                <a:solidFill>
                  <a:srgbClr val="FFFFFF"/>
                </a:solidFill>
              </a:defRPr>
            </a:lvl8pPr>
            <a:lvl9pPr>
              <a:buNone/>
              <a:defRPr sz="5850" b="1">
                <a:solidFill>
                  <a:srgbClr val="FFFFFF"/>
                </a:solidFill>
              </a:defRPr>
            </a:lvl9pPr>
          </a:lstStyle>
          <a:p xmlns:a="http://schemas.openxmlformats.org/drawingml/2006/main">
            <a:pPr>
              <a:buNone/>
              <a:defRPr sz="5850" b="1">
                <a:solidFill>
                  <a:srgbClr val="FFFFFF"/>
                </a:solidFill>
              </a:defRPr>
            </a:pPr>
            <a:r>
              <a:rPr sz="5850" b="1">
                <a:solidFill>
                  <a:srgbClr val="FFFFFF"/>
                </a:solidFill>
              </a:rPr>
              <a:t>Live-Demo</a:t>
            </a:r>
          </a:p>
        </p:txBody>
      </p:sp>
      <p:sp>
        <p:nvSpPr>
          <p:cNvPr id="4" name="demo-intro">
            <a:extLst xmlns:a="http://schemas.openxmlformats.org/drawingml/2006/main">
              <a:ext uri="{FF2B5EF4-FFF2-40B4-BE49-F238E27FC236}">
                <a16:creationId xmlns:a16="http://schemas.microsoft.com/office/drawing/2014/main" id="{A1EA7A93-E74E-4255-AB8F-175D19CA2786}"/>
              </a:ext>
            </a:extLst>
          </p:cNvPr>
          <p:cNvSpPr>
            <a:spLocks xmlns:a="http://schemas.openxmlformats.org/drawingml/2006/main" noGrp="1"/>
          </p:cNvSpPr>
          <p:nvPr/>
        </p:nvSpPr>
        <p:spPr>
          <a:xfrm xmlns:a="http://schemas.openxmlformats.org/drawingml/2006/main">
            <a:off x="723900" y="1962150"/>
            <a:ext cx="619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D2CADF"/>
                </a:solidFill>
              </a:defRPr>
            </a:defPPr>
            <a:lvl1pPr>
              <a:buNone/>
              <a:defRPr sz="2400" b="0">
                <a:solidFill>
                  <a:srgbClr val="D2CADF"/>
                </a:solidFill>
              </a:defRPr>
            </a:lvl1pPr>
            <a:lvl2pPr>
              <a:buNone/>
              <a:defRPr sz="2400" b="0">
                <a:solidFill>
                  <a:srgbClr val="D2CADF"/>
                </a:solidFill>
              </a:defRPr>
            </a:lvl2pPr>
            <a:lvl3pPr>
              <a:buNone/>
              <a:defRPr sz="2400" b="0">
                <a:solidFill>
                  <a:srgbClr val="D2CADF"/>
                </a:solidFill>
              </a:defRPr>
            </a:lvl3pPr>
            <a:lvl4pPr>
              <a:buNone/>
              <a:defRPr sz="2400" b="0">
                <a:solidFill>
                  <a:srgbClr val="D2CADF"/>
                </a:solidFill>
              </a:defRPr>
            </a:lvl4pPr>
            <a:lvl5pPr>
              <a:buNone/>
              <a:defRPr sz="2400" b="0">
                <a:solidFill>
                  <a:srgbClr val="D2CADF"/>
                </a:solidFill>
              </a:defRPr>
            </a:lvl5pPr>
            <a:lvl6pPr>
              <a:buNone/>
              <a:defRPr sz="2400" b="0">
                <a:solidFill>
                  <a:srgbClr val="D2CADF"/>
                </a:solidFill>
              </a:defRPr>
            </a:lvl6pPr>
            <a:lvl7pPr>
              <a:buNone/>
              <a:defRPr sz="2400" b="0">
                <a:solidFill>
                  <a:srgbClr val="D2CADF"/>
                </a:solidFill>
              </a:defRPr>
            </a:lvl7pPr>
            <a:lvl8pPr>
              <a:buNone/>
              <a:defRPr sz="2400" b="0">
                <a:solidFill>
                  <a:srgbClr val="D2CADF"/>
                </a:solidFill>
              </a:defRPr>
            </a:lvl8pPr>
            <a:lvl9pPr>
              <a:buNone/>
              <a:defRPr sz="2400" b="0">
                <a:solidFill>
                  <a:srgbClr val="D2CADF"/>
                </a:solidFill>
              </a:defRPr>
            </a:lvl9pPr>
          </a:lstStyle>
          <a:p xmlns:a="http://schemas.openxmlformats.org/drawingml/2006/main">
            <a:pPr>
              <a:buNone/>
              <a:defRPr sz="2400" b="0">
                <a:solidFill>
                  <a:srgbClr val="D2CADF"/>
                </a:solidFill>
              </a:defRPr>
            </a:pPr>
            <a:r>
              <a:rPr sz="2400" b="0">
                <a:solidFill>
                  <a:srgbClr val="D2CADF"/>
                </a:solidFill>
              </a:rPr>
              <a:t>Unser eigener Pitch als Beispiel</a:t>
            </a:r>
          </a:p>
        </p:txBody>
      </p:sp>
      <p:sp>
        <p:nvSpPr>
          <p:cNvPr id="5" name="demo-number-0">
            <a:extLst xmlns:a="http://schemas.openxmlformats.org/drawingml/2006/main">
              <a:ext uri="{FF2B5EF4-FFF2-40B4-BE49-F238E27FC236}">
                <a16:creationId xmlns:a16="http://schemas.microsoft.com/office/drawing/2014/main" id="{0B759CDE-DD96-4235-9200-7C1F471D1CB0}"/>
              </a:ext>
            </a:extLst>
          </p:cNvPr>
          <p:cNvSpPr>
            <a:spLocks xmlns:a="http://schemas.openxmlformats.org/drawingml/2006/main" noGrp="1"/>
          </p:cNvSpPr>
          <p:nvPr/>
        </p:nvSpPr>
        <p:spPr>
          <a:xfrm xmlns:a="http://schemas.openxmlformats.org/drawingml/2006/main">
            <a:off x="723900" y="3067050"/>
            <a:ext cx="7239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BDA4FF"/>
                </a:solidFill>
              </a:defRPr>
            </a:defPPr>
            <a:lvl1pPr>
              <a:buNone/>
              <a:defRPr sz="2625" b="1">
                <a:solidFill>
                  <a:srgbClr val="BDA4FF"/>
                </a:solidFill>
              </a:defRPr>
            </a:lvl1pPr>
            <a:lvl2pPr>
              <a:buNone/>
              <a:defRPr sz="2625" b="1">
                <a:solidFill>
                  <a:srgbClr val="BDA4FF"/>
                </a:solidFill>
              </a:defRPr>
            </a:lvl2pPr>
            <a:lvl3pPr>
              <a:buNone/>
              <a:defRPr sz="2625" b="1">
                <a:solidFill>
                  <a:srgbClr val="BDA4FF"/>
                </a:solidFill>
              </a:defRPr>
            </a:lvl3pPr>
            <a:lvl4pPr>
              <a:buNone/>
              <a:defRPr sz="2625" b="1">
                <a:solidFill>
                  <a:srgbClr val="BDA4FF"/>
                </a:solidFill>
              </a:defRPr>
            </a:lvl4pPr>
            <a:lvl5pPr>
              <a:buNone/>
              <a:defRPr sz="2625" b="1">
                <a:solidFill>
                  <a:srgbClr val="BDA4FF"/>
                </a:solidFill>
              </a:defRPr>
            </a:lvl5pPr>
            <a:lvl6pPr>
              <a:buNone/>
              <a:defRPr sz="2625" b="1">
                <a:solidFill>
                  <a:srgbClr val="BDA4FF"/>
                </a:solidFill>
              </a:defRPr>
            </a:lvl6pPr>
            <a:lvl7pPr>
              <a:buNone/>
              <a:defRPr sz="2625" b="1">
                <a:solidFill>
                  <a:srgbClr val="BDA4FF"/>
                </a:solidFill>
              </a:defRPr>
            </a:lvl7pPr>
            <a:lvl8pPr>
              <a:buNone/>
              <a:defRPr sz="2625" b="1">
                <a:solidFill>
                  <a:srgbClr val="BDA4FF"/>
                </a:solidFill>
              </a:defRPr>
            </a:lvl8pPr>
            <a:lvl9pPr>
              <a:buNone/>
              <a:defRPr sz="2625" b="1">
                <a:solidFill>
                  <a:srgbClr val="BDA4FF"/>
                </a:solidFill>
              </a:defRPr>
            </a:lvl9pPr>
          </a:lstStyle>
          <a:p xmlns:a="http://schemas.openxmlformats.org/drawingml/2006/main">
            <a:pPr>
              <a:buNone/>
              <a:defRPr sz="2625" b="1">
                <a:solidFill>
                  <a:srgbClr val="BDA4FF"/>
                </a:solidFill>
              </a:defRPr>
            </a:pPr>
            <a:r>
              <a:rPr sz="2625" b="1">
                <a:solidFill>
                  <a:srgbClr val="BDA4FF"/>
                </a:solidFill>
              </a:rPr>
              <a:t>01</a:t>
            </a:r>
          </a:p>
        </p:txBody>
      </p:sp>
      <p:sp>
        <p:nvSpPr>
          <p:cNvPr id="6" name="demo-step-0">
            <a:extLst xmlns:a="http://schemas.openxmlformats.org/drawingml/2006/main">
              <a:ext uri="{FF2B5EF4-FFF2-40B4-BE49-F238E27FC236}">
                <a16:creationId xmlns:a16="http://schemas.microsoft.com/office/drawing/2014/main" id="{8D9F260A-AA88-41C8-82CA-042505CC3E81}"/>
              </a:ext>
            </a:extLst>
          </p:cNvPr>
          <p:cNvSpPr>
            <a:spLocks xmlns:a="http://schemas.openxmlformats.org/drawingml/2006/main" noGrp="1"/>
          </p:cNvSpPr>
          <p:nvPr/>
        </p:nvSpPr>
        <p:spPr>
          <a:xfrm xmlns:a="http://schemas.openxmlformats.org/drawingml/2006/main">
            <a:off x="1657350" y="3048000"/>
            <a:ext cx="4572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1">
                <a:solidFill>
                  <a:srgbClr val="FFFFFF"/>
                </a:solidFill>
              </a:defRPr>
            </a:defPPr>
            <a:lvl1pPr>
              <a:buNone/>
              <a:defRPr sz="3150" b="1">
                <a:solidFill>
                  <a:srgbClr val="FFFFFF"/>
                </a:solidFill>
              </a:defRPr>
            </a:lvl1pPr>
            <a:lvl2pPr>
              <a:buNone/>
              <a:defRPr sz="3150" b="1">
                <a:solidFill>
                  <a:srgbClr val="FFFFFF"/>
                </a:solidFill>
              </a:defRPr>
            </a:lvl2pPr>
            <a:lvl3pPr>
              <a:buNone/>
              <a:defRPr sz="3150" b="1">
                <a:solidFill>
                  <a:srgbClr val="FFFFFF"/>
                </a:solidFill>
              </a:defRPr>
            </a:lvl3pPr>
            <a:lvl4pPr>
              <a:buNone/>
              <a:defRPr sz="3150" b="1">
                <a:solidFill>
                  <a:srgbClr val="FFFFFF"/>
                </a:solidFill>
              </a:defRPr>
            </a:lvl4pPr>
            <a:lvl5pPr>
              <a:buNone/>
              <a:defRPr sz="3150" b="1">
                <a:solidFill>
                  <a:srgbClr val="FFFFFF"/>
                </a:solidFill>
              </a:defRPr>
            </a:lvl5pPr>
            <a:lvl6pPr>
              <a:buNone/>
              <a:defRPr sz="3150" b="1">
                <a:solidFill>
                  <a:srgbClr val="FFFFFF"/>
                </a:solidFill>
              </a:defRPr>
            </a:lvl6pPr>
            <a:lvl7pPr>
              <a:buNone/>
              <a:defRPr sz="3150" b="1">
                <a:solidFill>
                  <a:srgbClr val="FFFFFF"/>
                </a:solidFill>
              </a:defRPr>
            </a:lvl7pPr>
            <a:lvl8pPr>
              <a:buNone/>
              <a:defRPr sz="3150" b="1">
                <a:solidFill>
                  <a:srgbClr val="FFFFFF"/>
                </a:solidFill>
              </a:defRPr>
            </a:lvl8pPr>
            <a:lvl9pPr>
              <a:buNone/>
              <a:defRPr sz="3150" b="1">
                <a:solidFill>
                  <a:srgbClr val="FFFFFF"/>
                </a:solidFill>
              </a:defRPr>
            </a:lvl9pPr>
          </a:lstStyle>
          <a:p xmlns:a="http://schemas.openxmlformats.org/drawingml/2006/main">
            <a:pPr>
              <a:buNone/>
              <a:defRPr sz="3150" b="1">
                <a:solidFill>
                  <a:srgbClr val="FFFFFF"/>
                </a:solidFill>
              </a:defRPr>
            </a:pPr>
            <a:r>
              <a:rPr sz="3150" b="1">
                <a:solidFill>
                  <a:srgbClr val="FFFFFF"/>
                </a:solidFill>
              </a:rPr>
              <a:t>Aufnahme</a:t>
            </a:r>
          </a:p>
        </p:txBody>
      </p:sp>
      <p:sp>
        <p:nvSpPr>
          <p:cNvPr id="7" name="demo-number-1">
            <a:extLst xmlns:a="http://schemas.openxmlformats.org/drawingml/2006/main">
              <a:ext uri="{FF2B5EF4-FFF2-40B4-BE49-F238E27FC236}">
                <a16:creationId xmlns:a16="http://schemas.microsoft.com/office/drawing/2014/main" id="{A8500B80-403B-4B5E-9A17-472FFEE84DAF}"/>
              </a:ext>
            </a:extLst>
          </p:cNvPr>
          <p:cNvSpPr>
            <a:spLocks xmlns:a="http://schemas.openxmlformats.org/drawingml/2006/main" noGrp="1"/>
          </p:cNvSpPr>
          <p:nvPr/>
        </p:nvSpPr>
        <p:spPr>
          <a:xfrm xmlns:a="http://schemas.openxmlformats.org/drawingml/2006/main">
            <a:off x="723900" y="3790950"/>
            <a:ext cx="7239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BDA4FF"/>
                </a:solidFill>
              </a:defRPr>
            </a:defPPr>
            <a:lvl1pPr>
              <a:buNone/>
              <a:defRPr sz="2625" b="1">
                <a:solidFill>
                  <a:srgbClr val="BDA4FF"/>
                </a:solidFill>
              </a:defRPr>
            </a:lvl1pPr>
            <a:lvl2pPr>
              <a:buNone/>
              <a:defRPr sz="2625" b="1">
                <a:solidFill>
                  <a:srgbClr val="BDA4FF"/>
                </a:solidFill>
              </a:defRPr>
            </a:lvl2pPr>
            <a:lvl3pPr>
              <a:buNone/>
              <a:defRPr sz="2625" b="1">
                <a:solidFill>
                  <a:srgbClr val="BDA4FF"/>
                </a:solidFill>
              </a:defRPr>
            </a:lvl3pPr>
            <a:lvl4pPr>
              <a:buNone/>
              <a:defRPr sz="2625" b="1">
                <a:solidFill>
                  <a:srgbClr val="BDA4FF"/>
                </a:solidFill>
              </a:defRPr>
            </a:lvl4pPr>
            <a:lvl5pPr>
              <a:buNone/>
              <a:defRPr sz="2625" b="1">
                <a:solidFill>
                  <a:srgbClr val="BDA4FF"/>
                </a:solidFill>
              </a:defRPr>
            </a:lvl5pPr>
            <a:lvl6pPr>
              <a:buNone/>
              <a:defRPr sz="2625" b="1">
                <a:solidFill>
                  <a:srgbClr val="BDA4FF"/>
                </a:solidFill>
              </a:defRPr>
            </a:lvl6pPr>
            <a:lvl7pPr>
              <a:buNone/>
              <a:defRPr sz="2625" b="1">
                <a:solidFill>
                  <a:srgbClr val="BDA4FF"/>
                </a:solidFill>
              </a:defRPr>
            </a:lvl7pPr>
            <a:lvl8pPr>
              <a:buNone/>
              <a:defRPr sz="2625" b="1">
                <a:solidFill>
                  <a:srgbClr val="BDA4FF"/>
                </a:solidFill>
              </a:defRPr>
            </a:lvl8pPr>
            <a:lvl9pPr>
              <a:buNone/>
              <a:defRPr sz="2625" b="1">
                <a:solidFill>
                  <a:srgbClr val="BDA4FF"/>
                </a:solidFill>
              </a:defRPr>
            </a:lvl9pPr>
          </a:lstStyle>
          <a:p xmlns:a="http://schemas.openxmlformats.org/drawingml/2006/main">
            <a:pPr>
              <a:buNone/>
              <a:defRPr sz="2625" b="1">
                <a:solidFill>
                  <a:srgbClr val="BDA4FF"/>
                </a:solidFill>
              </a:defRPr>
            </a:pPr>
            <a:r>
              <a:rPr sz="2625" b="1">
                <a:solidFill>
                  <a:srgbClr val="BDA4FF"/>
                </a:solidFill>
              </a:rPr>
              <a:t>02</a:t>
            </a:r>
          </a:p>
        </p:txBody>
      </p:sp>
      <p:sp>
        <p:nvSpPr>
          <p:cNvPr id="8" name="demo-step-1">
            <a:extLst xmlns:a="http://schemas.openxmlformats.org/drawingml/2006/main">
              <a:ext uri="{FF2B5EF4-FFF2-40B4-BE49-F238E27FC236}">
                <a16:creationId xmlns:a16="http://schemas.microsoft.com/office/drawing/2014/main" id="{1B748AC6-D959-4CC9-9E51-F5F229CAF461}"/>
              </a:ext>
            </a:extLst>
          </p:cNvPr>
          <p:cNvSpPr>
            <a:spLocks xmlns:a="http://schemas.openxmlformats.org/drawingml/2006/main" noGrp="1"/>
          </p:cNvSpPr>
          <p:nvPr/>
        </p:nvSpPr>
        <p:spPr>
          <a:xfrm xmlns:a="http://schemas.openxmlformats.org/drawingml/2006/main">
            <a:off x="1657350" y="3771900"/>
            <a:ext cx="4572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1">
                <a:solidFill>
                  <a:srgbClr val="FFFFFF"/>
                </a:solidFill>
              </a:defRPr>
            </a:defPPr>
            <a:lvl1pPr>
              <a:buNone/>
              <a:defRPr sz="3150" b="1">
                <a:solidFill>
                  <a:srgbClr val="FFFFFF"/>
                </a:solidFill>
              </a:defRPr>
            </a:lvl1pPr>
            <a:lvl2pPr>
              <a:buNone/>
              <a:defRPr sz="3150" b="1">
                <a:solidFill>
                  <a:srgbClr val="FFFFFF"/>
                </a:solidFill>
              </a:defRPr>
            </a:lvl2pPr>
            <a:lvl3pPr>
              <a:buNone/>
              <a:defRPr sz="3150" b="1">
                <a:solidFill>
                  <a:srgbClr val="FFFFFF"/>
                </a:solidFill>
              </a:defRPr>
            </a:lvl3pPr>
            <a:lvl4pPr>
              <a:buNone/>
              <a:defRPr sz="3150" b="1">
                <a:solidFill>
                  <a:srgbClr val="FFFFFF"/>
                </a:solidFill>
              </a:defRPr>
            </a:lvl4pPr>
            <a:lvl5pPr>
              <a:buNone/>
              <a:defRPr sz="3150" b="1">
                <a:solidFill>
                  <a:srgbClr val="FFFFFF"/>
                </a:solidFill>
              </a:defRPr>
            </a:lvl5pPr>
            <a:lvl6pPr>
              <a:buNone/>
              <a:defRPr sz="3150" b="1">
                <a:solidFill>
                  <a:srgbClr val="FFFFFF"/>
                </a:solidFill>
              </a:defRPr>
            </a:lvl6pPr>
            <a:lvl7pPr>
              <a:buNone/>
              <a:defRPr sz="3150" b="1">
                <a:solidFill>
                  <a:srgbClr val="FFFFFF"/>
                </a:solidFill>
              </a:defRPr>
            </a:lvl7pPr>
            <a:lvl8pPr>
              <a:buNone/>
              <a:defRPr sz="3150" b="1">
                <a:solidFill>
                  <a:srgbClr val="FFFFFF"/>
                </a:solidFill>
              </a:defRPr>
            </a:lvl8pPr>
            <a:lvl9pPr>
              <a:buNone/>
              <a:defRPr sz="3150" b="1">
                <a:solidFill>
                  <a:srgbClr val="FFFFFF"/>
                </a:solidFill>
              </a:defRPr>
            </a:lvl9pPr>
          </a:lstStyle>
          <a:p xmlns:a="http://schemas.openxmlformats.org/drawingml/2006/main">
            <a:pPr>
              <a:buNone/>
              <a:defRPr sz="3150" b="1">
                <a:solidFill>
                  <a:srgbClr val="FFFFFF"/>
                </a:solidFill>
              </a:defRPr>
            </a:pPr>
            <a:r>
              <a:rPr sz="3150" b="1">
                <a:solidFill>
                  <a:srgbClr val="FFFFFF"/>
                </a:solidFill>
              </a:rPr>
              <a:t>Auswertung</a:t>
            </a:r>
          </a:p>
        </p:txBody>
      </p:sp>
      <p:sp>
        <p:nvSpPr>
          <p:cNvPr id="9" name="demo-number-2">
            <a:extLst xmlns:a="http://schemas.openxmlformats.org/drawingml/2006/main">
              <a:ext uri="{FF2B5EF4-FFF2-40B4-BE49-F238E27FC236}">
                <a16:creationId xmlns:a16="http://schemas.microsoft.com/office/drawing/2014/main" id="{10AD7120-3AA4-4A2F-BA1F-9BC15B980BFD}"/>
              </a:ext>
            </a:extLst>
          </p:cNvPr>
          <p:cNvSpPr>
            <a:spLocks xmlns:a="http://schemas.openxmlformats.org/drawingml/2006/main" noGrp="1"/>
          </p:cNvSpPr>
          <p:nvPr/>
        </p:nvSpPr>
        <p:spPr>
          <a:xfrm xmlns:a="http://schemas.openxmlformats.org/drawingml/2006/main">
            <a:off x="723900" y="4514850"/>
            <a:ext cx="7239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BDA4FF"/>
                </a:solidFill>
              </a:defRPr>
            </a:defPPr>
            <a:lvl1pPr>
              <a:buNone/>
              <a:defRPr sz="2625" b="1">
                <a:solidFill>
                  <a:srgbClr val="BDA4FF"/>
                </a:solidFill>
              </a:defRPr>
            </a:lvl1pPr>
            <a:lvl2pPr>
              <a:buNone/>
              <a:defRPr sz="2625" b="1">
                <a:solidFill>
                  <a:srgbClr val="BDA4FF"/>
                </a:solidFill>
              </a:defRPr>
            </a:lvl2pPr>
            <a:lvl3pPr>
              <a:buNone/>
              <a:defRPr sz="2625" b="1">
                <a:solidFill>
                  <a:srgbClr val="BDA4FF"/>
                </a:solidFill>
              </a:defRPr>
            </a:lvl3pPr>
            <a:lvl4pPr>
              <a:buNone/>
              <a:defRPr sz="2625" b="1">
                <a:solidFill>
                  <a:srgbClr val="BDA4FF"/>
                </a:solidFill>
              </a:defRPr>
            </a:lvl4pPr>
            <a:lvl5pPr>
              <a:buNone/>
              <a:defRPr sz="2625" b="1">
                <a:solidFill>
                  <a:srgbClr val="BDA4FF"/>
                </a:solidFill>
              </a:defRPr>
            </a:lvl5pPr>
            <a:lvl6pPr>
              <a:buNone/>
              <a:defRPr sz="2625" b="1">
                <a:solidFill>
                  <a:srgbClr val="BDA4FF"/>
                </a:solidFill>
              </a:defRPr>
            </a:lvl6pPr>
            <a:lvl7pPr>
              <a:buNone/>
              <a:defRPr sz="2625" b="1">
                <a:solidFill>
                  <a:srgbClr val="BDA4FF"/>
                </a:solidFill>
              </a:defRPr>
            </a:lvl7pPr>
            <a:lvl8pPr>
              <a:buNone/>
              <a:defRPr sz="2625" b="1">
                <a:solidFill>
                  <a:srgbClr val="BDA4FF"/>
                </a:solidFill>
              </a:defRPr>
            </a:lvl8pPr>
            <a:lvl9pPr>
              <a:buNone/>
              <a:defRPr sz="2625" b="1">
                <a:solidFill>
                  <a:srgbClr val="BDA4FF"/>
                </a:solidFill>
              </a:defRPr>
            </a:lvl9pPr>
          </a:lstStyle>
          <a:p xmlns:a="http://schemas.openxmlformats.org/drawingml/2006/main">
            <a:pPr>
              <a:buNone/>
              <a:defRPr sz="2625" b="1">
                <a:solidFill>
                  <a:srgbClr val="BDA4FF"/>
                </a:solidFill>
              </a:defRPr>
            </a:pPr>
            <a:r>
              <a:rPr sz="2625" b="1">
                <a:solidFill>
                  <a:srgbClr val="BDA4FF"/>
                </a:solidFill>
              </a:rPr>
              <a:t>03</a:t>
            </a:r>
          </a:p>
        </p:txBody>
      </p:sp>
      <p:sp>
        <p:nvSpPr>
          <p:cNvPr id="10" name="demo-step-2">
            <a:extLst xmlns:a="http://schemas.openxmlformats.org/drawingml/2006/main">
              <a:ext uri="{FF2B5EF4-FFF2-40B4-BE49-F238E27FC236}">
                <a16:creationId xmlns:a16="http://schemas.microsoft.com/office/drawing/2014/main" id="{FF2579D2-C2F0-4EB7-A0B2-DC7DB530C08A}"/>
              </a:ext>
            </a:extLst>
          </p:cNvPr>
          <p:cNvSpPr>
            <a:spLocks xmlns:a="http://schemas.openxmlformats.org/drawingml/2006/main" noGrp="1"/>
          </p:cNvSpPr>
          <p:nvPr/>
        </p:nvSpPr>
        <p:spPr>
          <a:xfrm xmlns:a="http://schemas.openxmlformats.org/drawingml/2006/main">
            <a:off x="1657350" y="4495800"/>
            <a:ext cx="4572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1">
                <a:solidFill>
                  <a:srgbClr val="FFFFFF"/>
                </a:solidFill>
              </a:defRPr>
            </a:defPPr>
            <a:lvl1pPr>
              <a:buNone/>
              <a:defRPr sz="3150" b="1">
                <a:solidFill>
                  <a:srgbClr val="FFFFFF"/>
                </a:solidFill>
              </a:defRPr>
            </a:lvl1pPr>
            <a:lvl2pPr>
              <a:buNone/>
              <a:defRPr sz="3150" b="1">
                <a:solidFill>
                  <a:srgbClr val="FFFFFF"/>
                </a:solidFill>
              </a:defRPr>
            </a:lvl2pPr>
            <a:lvl3pPr>
              <a:buNone/>
              <a:defRPr sz="3150" b="1">
                <a:solidFill>
                  <a:srgbClr val="FFFFFF"/>
                </a:solidFill>
              </a:defRPr>
            </a:lvl3pPr>
            <a:lvl4pPr>
              <a:buNone/>
              <a:defRPr sz="3150" b="1">
                <a:solidFill>
                  <a:srgbClr val="FFFFFF"/>
                </a:solidFill>
              </a:defRPr>
            </a:lvl4pPr>
            <a:lvl5pPr>
              <a:buNone/>
              <a:defRPr sz="3150" b="1">
                <a:solidFill>
                  <a:srgbClr val="FFFFFF"/>
                </a:solidFill>
              </a:defRPr>
            </a:lvl5pPr>
            <a:lvl6pPr>
              <a:buNone/>
              <a:defRPr sz="3150" b="1">
                <a:solidFill>
                  <a:srgbClr val="FFFFFF"/>
                </a:solidFill>
              </a:defRPr>
            </a:lvl6pPr>
            <a:lvl7pPr>
              <a:buNone/>
              <a:defRPr sz="3150" b="1">
                <a:solidFill>
                  <a:srgbClr val="FFFFFF"/>
                </a:solidFill>
              </a:defRPr>
            </a:lvl7pPr>
            <a:lvl8pPr>
              <a:buNone/>
              <a:defRPr sz="3150" b="1">
                <a:solidFill>
                  <a:srgbClr val="FFFFFF"/>
                </a:solidFill>
              </a:defRPr>
            </a:lvl8pPr>
            <a:lvl9pPr>
              <a:buNone/>
              <a:defRPr sz="3150" b="1">
                <a:solidFill>
                  <a:srgbClr val="FFFFFF"/>
                </a:solidFill>
              </a:defRPr>
            </a:lvl9pPr>
          </a:lstStyle>
          <a:p xmlns:a="http://schemas.openxmlformats.org/drawingml/2006/main">
            <a:pPr>
              <a:buNone/>
              <a:defRPr sz="3150" b="1">
                <a:solidFill>
                  <a:srgbClr val="FFFFFF"/>
                </a:solidFill>
              </a:defRPr>
            </a:pPr>
            <a:r>
              <a:rPr sz="3150" b="1">
                <a:solidFill>
                  <a:srgbClr val="FFFFFF"/>
                </a:solidFill>
              </a:rPr>
              <a:t>Fragebot</a:t>
            </a:r>
          </a:p>
        </p:txBody>
      </p:sp>
      <p:sp>
        <p:nvSpPr>
          <p:cNvPr id="11" name="demo-goal">
            <a:extLst xmlns:a="http://schemas.openxmlformats.org/drawingml/2006/main">
              <a:ext uri="{FF2B5EF4-FFF2-40B4-BE49-F238E27FC236}">
                <a16:creationId xmlns:a16="http://schemas.microsoft.com/office/drawing/2014/main" id="{C8FFF4F6-2816-478B-9BCE-3DC34BA42186}"/>
              </a:ext>
            </a:extLst>
          </p:cNvPr>
          <p:cNvSpPr>
            <a:spLocks xmlns:a="http://schemas.openxmlformats.org/drawingml/2006/main" noGrp="1"/>
          </p:cNvSpPr>
          <p:nvPr/>
        </p:nvSpPr>
        <p:spPr>
          <a:xfrm xmlns:a="http://schemas.openxmlformats.org/drawingml/2006/main">
            <a:off x="723900" y="5648325"/>
            <a:ext cx="6048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D2CADF"/>
                </a:solidFill>
              </a:defRPr>
            </a:defPPr>
            <a:lvl1pPr>
              <a:buNone/>
              <a:defRPr sz="2100" b="0">
                <a:solidFill>
                  <a:srgbClr val="D2CADF"/>
                </a:solidFill>
              </a:defRPr>
            </a:lvl1pPr>
            <a:lvl2pPr>
              <a:buNone/>
              <a:defRPr sz="2100" b="0">
                <a:solidFill>
                  <a:srgbClr val="D2CADF"/>
                </a:solidFill>
              </a:defRPr>
            </a:lvl2pPr>
            <a:lvl3pPr>
              <a:buNone/>
              <a:defRPr sz="2100" b="0">
                <a:solidFill>
                  <a:srgbClr val="D2CADF"/>
                </a:solidFill>
              </a:defRPr>
            </a:lvl3pPr>
            <a:lvl4pPr>
              <a:buNone/>
              <a:defRPr sz="2100" b="0">
                <a:solidFill>
                  <a:srgbClr val="D2CADF"/>
                </a:solidFill>
              </a:defRPr>
            </a:lvl4pPr>
            <a:lvl5pPr>
              <a:buNone/>
              <a:defRPr sz="2100" b="0">
                <a:solidFill>
                  <a:srgbClr val="D2CADF"/>
                </a:solidFill>
              </a:defRPr>
            </a:lvl5pPr>
            <a:lvl6pPr>
              <a:buNone/>
              <a:defRPr sz="2100" b="0">
                <a:solidFill>
                  <a:srgbClr val="D2CADF"/>
                </a:solidFill>
              </a:defRPr>
            </a:lvl6pPr>
            <a:lvl7pPr>
              <a:buNone/>
              <a:defRPr sz="2100" b="0">
                <a:solidFill>
                  <a:srgbClr val="D2CADF"/>
                </a:solidFill>
              </a:defRPr>
            </a:lvl7pPr>
            <a:lvl8pPr>
              <a:buNone/>
              <a:defRPr sz="2100" b="0">
                <a:solidFill>
                  <a:srgbClr val="D2CADF"/>
                </a:solidFill>
              </a:defRPr>
            </a:lvl8pPr>
            <a:lvl9pPr>
              <a:buNone/>
              <a:defRPr sz="2100" b="0">
                <a:solidFill>
                  <a:srgbClr val="D2CADF"/>
                </a:solidFill>
              </a:defRPr>
            </a:lvl9pPr>
          </a:lstStyle>
          <a:p xmlns:a="http://schemas.openxmlformats.org/drawingml/2006/main">
            <a:pPr>
              <a:buNone/>
              <a:defRPr sz="2100" b="0">
                <a:solidFill>
                  <a:srgbClr val="D2CADF"/>
                </a:solidFill>
              </a:defRPr>
            </a:pPr>
            <a:r>
              <a:rPr sz="2100" b="0">
                <a:solidFill>
                  <a:srgbClr val="D2CADF"/>
                </a:solidFill>
              </a:rPr>
              <a:t>Eine Stelle ansehen.</a:t>
            </a:r>
          </a:p>
          <a:p xmlns:a="http://schemas.openxmlformats.org/drawingml/2006/main">
            <a:pPr>
              <a:buNone/>
              <a:defRPr sz="2100" b="0">
                <a:solidFill>
                  <a:srgbClr val="D2CADF"/>
                </a:solidFill>
              </a:defRPr>
            </a:pPr>
            <a:r>
              <a:rPr sz="2100" b="0">
                <a:solidFill>
                  <a:srgbClr val="D2CADF"/>
                </a:solidFill>
              </a:rPr>
              <a:t>Eine Rückfrage beantworten.</a:t>
            </a:r>
          </a:p>
        </p:txBody>
      </p:sp>
      <p:pic>
        <p:nvPicPr>
          <p:cNvPr id="13" name="Grafik 12">
            <a:extLst xmlns:a="http://schemas.openxmlformats.org/drawingml/2006/main">
              <a:ext uri="{FF2B5EF4-FFF2-40B4-BE49-F238E27FC236}">
                <a16:creationId xmlns:a16="http://schemas.microsoft.com/office/drawing/2014/main" id="{86A33FFD-15F3-46F7-92D8-23B3CB15AD00}"/>
              </a:ext>
            </a:extLst>
          </p:cNvPr>
          <p:cNvPicPr>
            <a:picLocks xmlns:a="http://schemas.openxmlformats.org/drawingml/2006/main" noChangeAspect="1"/>
          </p:cNvPicPr>
          <p:nvPr/>
        </p:nvPicPr>
        <p:blipFill>
          <a:blip xmlns:r="http://schemas.openxmlformats.org/officeDocument/2006/relationships" xmlns:a="http://schemas.openxmlformats.org/drawingml/2006/main" r:embed="R557bf3891c0e48fc">
            <a:extLst>
              <a:ext uri="{96DAC541-7B7A-43D3-8B79-37D633B846F1}">
                <asvg:svgBlip xmlns:asvg="http://schemas.microsoft.com/office/drawing/2016/SVG/main" r:embed="Rf8e59da3a1d04d71"/>
              </a:ext>
            </a:extLst>
          </a:blip>
          <a:stretch xmlns:a="http://schemas.openxmlformats.org/drawingml/2006/main">
            <a:fillRect l="0" t="0" r="0" b="0"/>
          </a:stretch>
        </p:blipFill>
        <p:spPr>
          <a:xfrm xmlns:a="http://schemas.openxmlformats.org/drawingml/2006/main">
            <a:off x="7717536" y="2540127"/>
            <a:ext cx="2463546" cy="2463546"/>
          </a:xfrm>
          <a:prstGeom xmlns:a="http://schemas.openxmlformats.org/drawingml/2006/main" prst="rect">
            <a:avLst/>
          </a:prstGeom>
        </p:spPr>
      </p:pic>
    </p:spTree>
    <p:extLst>
      <p:ext uri="{BB962C8B-B14F-4D97-AF65-F5344CB8AC3E}">
        <p14:creationId xmlns:p14="http://schemas.microsoft.com/office/powerpoint/2010/main" val="1680070935"/>
      </p:ext>
    </p:extLst>
  </p:cSld>
</p:sld>
</file>

<file path=ppt/slides/slide5.xml><?xml version="1.0" encoding="utf-8"?>
<p:sld xmlns:p="http://schemas.openxmlformats.org/presentationml/2006/main" show="0">
  <p:cSld>
    <p:spTree>
      <p:nvGrpSpPr>
        <p:cNvPr id="1" name=""/>
        <p:cNvGrpSpPr/>
        <p:nvPr/>
      </p:nvGrpSpPr>
      <p:grpSpPr>
        <a:xfrm xmlns:a="http://schemas.openxmlformats.org/drawingml/2006/main"/>
      </p:grpSpPr>
      <p:sp>
        <p:nvSpPr>
          <p:cNvPr id="2" name="ai-title">
            <a:extLst xmlns:a="http://schemas.openxmlformats.org/drawingml/2006/main">
              <a:ext uri="{FF2B5EF4-FFF2-40B4-BE49-F238E27FC236}">
                <a16:creationId xmlns:a16="http://schemas.microsoft.com/office/drawing/2014/main" id="{AEEBEF97-8B83-7D1E-7B7A-5C8F8C0BEF5B}"/>
              </a:ext>
            </a:extLst>
          </p:cNvPr>
          <p:cNvSpPr>
            <a:spLocks xmlns:a="http://schemas.openxmlformats.org/drawingml/2006/main" noGrp="1"/>
          </p:cNvSpPr>
          <p:nvPr/>
        </p:nvSpPr>
        <p:spPr>
          <a:xfrm xmlns:a="http://schemas.openxmlformats.org/drawingml/2006/main">
            <a:off x="685800" y="5810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800" b="1">
                <a:solidFill>
                  <a:srgbClr val="3702BF"/>
                </a:solidFill>
                <a:latin typeface="Aptos"/>
                <a:ea typeface="Aptos"/>
                <a:cs typeface="Aptos"/>
              </a:defRPr>
            </a:defPPr>
            <a:lvl1pPr>
              <a:buNone/>
              <a:defRPr sz="4350" b="1">
                <a:solidFill>
                  <a:srgbClr val="181520"/>
                </a:solidFill>
              </a:defRPr>
            </a:lvl1pPr>
            <a:lvl2pPr>
              <a:buNone/>
              <a:defRPr sz="4350" b="1">
                <a:solidFill>
                  <a:srgbClr val="181520"/>
                </a:solidFill>
              </a:defRPr>
            </a:lvl2pPr>
            <a:lvl3pPr>
              <a:buNone/>
              <a:defRPr sz="4350" b="1">
                <a:solidFill>
                  <a:srgbClr val="181520"/>
                </a:solidFill>
              </a:defRPr>
            </a:lvl3pPr>
            <a:lvl4pPr>
              <a:buNone/>
              <a:defRPr sz="4350" b="1">
                <a:solidFill>
                  <a:srgbClr val="181520"/>
                </a:solidFill>
              </a:defRPr>
            </a:lvl4pPr>
            <a:lvl5pPr>
              <a:buNone/>
              <a:defRPr sz="4350" b="1">
                <a:solidFill>
                  <a:srgbClr val="181520"/>
                </a:solidFill>
              </a:defRPr>
            </a:lvl5pPr>
            <a:lvl6pPr>
              <a:buNone/>
              <a:defRPr sz="4350" b="1">
                <a:solidFill>
                  <a:srgbClr val="181520"/>
                </a:solidFill>
              </a:defRPr>
            </a:lvl6pPr>
            <a:lvl7pPr>
              <a:buNone/>
              <a:defRPr sz="4350" b="1">
                <a:solidFill>
                  <a:srgbClr val="181520"/>
                </a:solidFill>
              </a:defRPr>
            </a:lvl7pPr>
            <a:lvl8pPr>
              <a:buNone/>
              <a:defRPr sz="4350" b="1">
                <a:solidFill>
                  <a:srgbClr val="181520"/>
                </a:solidFill>
              </a:defRPr>
            </a:lvl8pPr>
            <a:lvl9pPr>
              <a:buNone/>
              <a:defRPr sz="4350" b="1">
                <a:solidFill>
                  <a:srgbClr val="181520"/>
                </a:solidFill>
              </a:defRPr>
            </a:lvl9pPr>
          </a:lstStyle>
          <a:p xmlns:a="http://schemas.openxmlformats.org/drawingml/2006/main">
            <a:pPr>
              <a:buNone/>
              <a:defRPr sz="4800" b="1">
                <a:solidFill>
                  <a:srgbClr val="3702BF"/>
                </a:solidFill>
                <a:latin typeface="Aptos"/>
                <a:ea typeface="Aptos"/>
                <a:cs typeface="Aptos"/>
              </a:defRPr>
            </a:pPr>
            <a:r>
              <a:rPr sz="4800" b="1">
                <a:solidFill>
                  <a:srgbClr val="3702BF"/>
                </a:solidFill>
                <a:latin typeface="Aptos"/>
                <a:ea typeface="Aptos"/>
                <a:cs typeface="Aptos"/>
              </a:rPr>
              <a:t>Feedback macht den Unterschied</a:t>
            </a:r>
          </a:p>
        </p:txBody>
      </p:sp>
      <p:sp>
        <p:nvSpPr>
          <p:cNvPr id="14" name="correction-example">
            <a:extLst xmlns:a="http://schemas.openxmlformats.org/drawingml/2006/main">
              <a:ext uri="{FF2B5EF4-FFF2-40B4-BE49-F238E27FC236}">
                <a16:creationId xmlns:a16="http://schemas.microsoft.com/office/drawing/2014/main" id="{72419A1D-5A9E-52B4-B842-6B81D14B6CBC}"/>
              </a:ext>
            </a:extLst>
          </p:cNvPr>
          <p:cNvSpPr>
            <a:spLocks xmlns:a="http://schemas.openxmlformats.org/drawingml/2006/main" noGrp="1"/>
          </p:cNvSpPr>
          <p:nvPr/>
        </p:nvSpPr>
        <p:spPr>
          <a:xfrm xmlns:a="http://schemas.openxmlformats.org/drawingml/2006/main">
            <a:off x="170447" y="4853237"/>
            <a:ext cx="1185110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35303F"/>
                </a:solidFill>
              </a:defRPr>
            </a:defPPr>
            <a:lvl1pPr>
              <a:buNone/>
              <a:defRPr sz="1800" b="0">
                <a:solidFill>
                  <a:srgbClr val="35303F"/>
                </a:solidFill>
              </a:defRPr>
            </a:lvl1pPr>
            <a:lvl2pPr>
              <a:buNone/>
              <a:defRPr sz="1800" b="0">
                <a:solidFill>
                  <a:srgbClr val="35303F"/>
                </a:solidFill>
              </a:defRPr>
            </a:lvl2pPr>
            <a:lvl3pPr>
              <a:buNone/>
              <a:defRPr sz="1800" b="0">
                <a:solidFill>
                  <a:srgbClr val="35303F"/>
                </a:solidFill>
              </a:defRPr>
            </a:lvl3pPr>
            <a:lvl4pPr>
              <a:buNone/>
              <a:defRPr sz="1800" b="0">
                <a:solidFill>
                  <a:srgbClr val="35303F"/>
                </a:solidFill>
              </a:defRPr>
            </a:lvl4pPr>
            <a:lvl5pPr>
              <a:buNone/>
              <a:defRPr sz="1800" b="0">
                <a:solidFill>
                  <a:srgbClr val="35303F"/>
                </a:solidFill>
              </a:defRPr>
            </a:lvl5pPr>
            <a:lvl6pPr>
              <a:buNone/>
              <a:defRPr sz="1800" b="0">
                <a:solidFill>
                  <a:srgbClr val="35303F"/>
                </a:solidFill>
              </a:defRPr>
            </a:lvl6pPr>
            <a:lvl7pPr>
              <a:buNone/>
              <a:defRPr sz="1800" b="0">
                <a:solidFill>
                  <a:srgbClr val="35303F"/>
                </a:solidFill>
              </a:defRPr>
            </a:lvl7pPr>
            <a:lvl8pPr>
              <a:buNone/>
              <a:defRPr sz="1800" b="0">
                <a:solidFill>
                  <a:srgbClr val="35303F"/>
                </a:solidFill>
              </a:defRPr>
            </a:lvl8pPr>
            <a:lvl9pPr>
              <a:buNone/>
              <a:defRPr sz="1800" b="0">
                <a:solidFill>
                  <a:srgbClr val="35303F"/>
                </a:solidFill>
              </a:defRPr>
            </a:lvl9pPr>
          </a:lstStyle>
          <a:p xmlns:a="http://schemas.openxmlformats.org/drawingml/2006/main">
            <a:pPr algn="ctr">
              <a:buNone/>
              <a:defRPr sz="2100" b="0">
                <a:solidFill>
                  <a:srgbClr val="35303F"/>
                </a:solidFill>
              </a:defRPr>
            </a:pPr>
            <a:endParaRPr sz="2100" b="1">
              <a:solidFill>
                <a:srgbClr val="35303F"/>
              </a:solidFill>
            </a:endParaRPr>
          </a:p>
        </p:txBody>
      </p:sp>
      <p:sp>
        <p:nvSpPr>
          <p:cNvPr id="21" name="benefit-learner-3">
            <a:extLst xmlns:a="http://schemas.openxmlformats.org/drawingml/2006/main">
              <a:ext uri="{FF2B5EF4-FFF2-40B4-BE49-F238E27FC236}">
                <a16:creationId xmlns:a16="http://schemas.microsoft.com/office/drawing/2014/main" id="{12E7F86B-E11C-42A9-9242-5FF2B99AAFB3}"/>
              </a:ext>
            </a:extLst>
          </p:cNvPr>
          <p:cNvSpPr>
            <a:spLocks xmlns:a="http://schemas.openxmlformats.org/drawingml/2006/main" noGrp="1"/>
          </p:cNvSpPr>
          <p:nvPr/>
        </p:nvSpPr>
        <p:spPr>
          <a:xfrm xmlns:a="http://schemas.openxmlformats.org/drawingml/2006/main">
            <a:off x="723900" y="1847850"/>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35303F"/>
                </a:solidFill>
                <a:latin typeface="Aptos"/>
                <a:ea typeface="Aptos"/>
                <a:cs typeface="Aptos"/>
              </a:defRPr>
            </a:defPPr>
            <a:lvl1pPr>
              <a:buNone/>
              <a:defRPr sz="2025">
                <a:solidFill>
                  <a:srgbClr val="35303F"/>
                </a:solidFill>
              </a:defRPr>
            </a:lvl1pPr>
            <a:lvl2pPr>
              <a:buNone/>
              <a:defRPr sz="2025">
                <a:solidFill>
                  <a:srgbClr val="35303F"/>
                </a:solidFill>
              </a:defRPr>
            </a:lvl2pPr>
            <a:lvl3pPr>
              <a:buNone/>
              <a:defRPr sz="2025">
                <a:solidFill>
                  <a:srgbClr val="35303F"/>
                </a:solidFill>
              </a:defRPr>
            </a:lvl3pPr>
            <a:lvl4pPr>
              <a:buNone/>
              <a:defRPr sz="2025">
                <a:solidFill>
                  <a:srgbClr val="35303F"/>
                </a:solidFill>
              </a:defRPr>
            </a:lvl4pPr>
            <a:lvl5pPr>
              <a:buNone/>
              <a:defRPr sz="2025">
                <a:solidFill>
                  <a:srgbClr val="35303F"/>
                </a:solidFill>
              </a:defRPr>
            </a:lvl5pPr>
            <a:lvl6pPr>
              <a:buNone/>
              <a:defRPr sz="2025">
                <a:solidFill>
                  <a:srgbClr val="35303F"/>
                </a:solidFill>
              </a:defRPr>
            </a:lvl6pPr>
            <a:lvl7pPr>
              <a:buNone/>
              <a:defRPr sz="2025">
                <a:solidFill>
                  <a:srgbClr val="35303F"/>
                </a:solidFill>
              </a:defRPr>
            </a:lvl7pPr>
            <a:lvl8pPr>
              <a:buNone/>
              <a:defRPr sz="2025">
                <a:solidFill>
                  <a:srgbClr val="35303F"/>
                </a:solidFill>
              </a:defRPr>
            </a:lvl8pPr>
            <a:lvl9pPr>
              <a:buNone/>
              <a:defRPr sz="2025">
                <a:solidFill>
                  <a:srgbClr val="35303F"/>
                </a:solidFill>
              </a:defRPr>
            </a:lvl9pPr>
          </a:lstStyle>
          <a:p xmlns:a="http://schemas.openxmlformats.org/drawingml/2006/main">
            <a:pPr>
              <a:buNone/>
              <a:defRPr sz="2400" b="0">
                <a:solidFill>
                  <a:srgbClr val="35303F"/>
                </a:solidFill>
                <a:latin typeface="Aptos"/>
                <a:ea typeface="Aptos"/>
                <a:cs typeface="Aptos"/>
              </a:defRPr>
            </a:pPr>
            <a:r>
              <a:rPr sz="2400" b="0">
                <a:solidFill>
                  <a:srgbClr val="35303F"/>
                </a:solidFill>
                <a:latin typeface="Aptos"/>
                <a:ea typeface="Aptos"/>
                <a:cs typeface="Aptos"/>
              </a:rPr>
              <a:t>Eine Studie mit 90 Studierenden im Bewerbungsgespräch</a:t>
            </a:r>
            <a:endParaRPr sz="2025">
              <a:solidFill>
                <a:srgbClr val="35303F"/>
              </a:solidFill>
            </a:endParaRPr>
          </a:p>
        </p:txBody>
      </p:sp>
      <p:graphicFrame>
        <p:nvGraphicFramePr>
          <p:cNvPr id="3" name="Tabelle 2">
            <a:extLst xmlns:a="http://schemas.openxmlformats.org/drawingml/2006/main">
              <a:ext uri="{FF2B5EF4-FFF2-40B4-BE49-F238E27FC236}">
                <a16:creationId xmlns:a16="http://schemas.microsoft.com/office/drawing/2014/main" id="{0B1AA579-F7C1-49B3-A58C-51CC99829125}"/>
              </a:ext>
            </a:extLst>
          </p:cNvPr>
          <p:cNvGraphicFramePr/>
          <p:nvPr/>
        </p:nvGraphicFramePr>
        <p:xfrm>
          <a:off xmlns:a="http://schemas.openxmlformats.org/drawingml/2006/main" x="1116548" y="2958454"/>
          <a:ext xmlns:a="http://schemas.openxmlformats.org/drawingml/2006/main" cx="9958902" cy="1894783"/>
        </p:xfrm>
        <a:graphic xmlns:a="http://schemas.openxmlformats.org/drawingml/2006/main">
          <a:graphicData uri="http://schemas.openxmlformats.org/drawingml/2006/table">
            <a:tbl>
              <a:tblPr firstRow="1" bandRow="1">
                <a:tableStyleId>{9D7B26C5-4107-4FEC-AEDC-1716B250A1EF}</a:tableStyleId>
              </a:tblPr>
              <a:tblGrid>
                <a:gridCol w="3319634"/>
                <a:gridCol w="3319634"/>
                <a:gridCol w="3319634"/>
              </a:tblGrid>
              <a:tr h="1171968">
                <a:tc>
                  <a:txBody>
                    <a:bodyPr/>
                    <a:lstStyle/>
                    <a:p>
                      <a:r>
                        <a:rPr sz="2400" b="1">
                          <a:solidFill>
                            <a:srgbClr val="000000"/>
                          </a:solidFill>
                          <a:latin typeface="Aptos"/>
                          <a:ea typeface="Aptos"/>
                          <a:cs typeface="Aptos"/>
                        </a:rPr>
                        <a:t>Tipps-Video</a:t>
                      </a:r>
                    </a:p>
                  </a:txBody>
                  <a:tcPr marL="91440" marR="91440" marT="45720" marB="45720" anchor="ctr"/>
                </a:tc>
                <a:tc>
                  <a:txBody>
                    <a:bodyPr/>
                    <a:lstStyle/>
                    <a:p>
                      <a:r>
                        <a:rPr sz="2400" b="1">
                          <a:solidFill>
                            <a:srgbClr val="000000"/>
                          </a:solidFill>
                          <a:latin typeface="Aptos"/>
                          <a:ea typeface="Aptos"/>
                          <a:cs typeface="Aptos"/>
                        </a:rPr>
                        <a:t>Übung + Video</a:t>
                      </a:r>
                    </a:p>
                  </a:txBody>
                  <a:tcPr marL="91440" marR="91440" marT="45720" marB="45720" anchor="ctr"/>
                </a:tc>
                <a:tc>
                  <a:txBody>
                    <a:bodyPr/>
                    <a:lstStyle/>
                    <a:p>
                      <a:r>
                        <a:rPr sz="2400" b="1">
                          <a:solidFill>
                            <a:srgbClr val="000000"/>
                          </a:solidFill>
                          <a:latin typeface="Aptos"/>
                          <a:ea typeface="Aptos"/>
                          <a:cs typeface="Aptos"/>
                        </a:rPr>
                        <a:t>Übung + Video</a:t>
                      </a:r>
                    </a:p>
                    <a:p>
                      <a:r>
                        <a:rPr sz="2400" b="1">
                          <a:solidFill>
                            <a:srgbClr val="000000"/>
                          </a:solidFill>
                          <a:latin typeface="Aptos"/>
                          <a:ea typeface="Aptos"/>
                          <a:cs typeface="Aptos"/>
                        </a:rPr>
                        <a:t>+ Feedback</a:t>
                      </a:r>
                    </a:p>
                  </a:txBody>
                  <a:tcPr marL="91440" marR="91440" marT="45720" marB="45720" anchor="ctr"/>
                </a:tc>
              </a:tr>
              <a:tr h="722815">
                <a:tc>
                  <a:txBody>
                    <a:bodyPr/>
                    <a:lstStyle/>
                    <a:p>
                      <a:r>
                        <a:rPr sz="1800" b="0">
                          <a:solidFill>
                            <a:srgbClr val="000000"/>
                          </a:solidFill>
                          <a:latin typeface="Aptos"/>
                          <a:ea typeface="Aptos"/>
                          <a:cs typeface="Aptos"/>
                        </a:rPr>
                        <a:t>Keine signifikante</a:t>
                      </a:r>
                    </a:p>
                    <a:p>
                      <a:r>
                        <a:rPr sz="1800" b="0">
                          <a:solidFill>
                            <a:srgbClr val="000000"/>
                          </a:solidFill>
                          <a:latin typeface="Aptos"/>
                          <a:ea typeface="Aptos"/>
                          <a:cs typeface="Aptos"/>
                        </a:rPr>
                        <a:t>Verbesserung</a:t>
                      </a:r>
                    </a:p>
                  </a:txBody>
                  <a:tcPr marL="91440" marR="91440" marT="45720" marB="45720" anchor="ctr"/>
                </a:tc>
                <a:tc>
                  <a:txBody>
                    <a:bodyPr/>
                    <a:lstStyle/>
                    <a:p>
                      <a:r>
                        <a:rPr sz="1800" b="0">
                          <a:solidFill>
                            <a:srgbClr val="000000"/>
                          </a:solidFill>
                          <a:latin typeface="Aptos"/>
                          <a:ea typeface="Aptos"/>
                          <a:cs typeface="Aptos"/>
                        </a:rPr>
                        <a:t>Keine signifikante</a:t>
                      </a:r>
                    </a:p>
                    <a:p>
                      <a:r>
                        <a:rPr sz="1800" b="0">
                          <a:solidFill>
                            <a:srgbClr val="000000"/>
                          </a:solidFill>
                          <a:latin typeface="Aptos"/>
                          <a:ea typeface="Aptos"/>
                          <a:cs typeface="Aptos"/>
                        </a:rPr>
                        <a:t>Verbesserung</a:t>
                      </a:r>
                    </a:p>
                  </a:txBody>
                  <a:tcPr marL="91440" marR="91440" marT="45720" marB="45720" anchor="ctr"/>
                </a:tc>
                <a:tc>
                  <a:txBody>
                    <a:bodyPr/>
                    <a:lstStyle/>
                    <a:p>
                      <a:r>
                        <a:rPr sz="1800" b="0">
                          <a:solidFill>
                            <a:srgbClr val="000000"/>
                          </a:solidFill>
                          <a:latin typeface="Aptos"/>
                          <a:ea typeface="Aptos"/>
                          <a:cs typeface="Aptos"/>
                        </a:rPr>
                        <a:t>Signifikante</a:t>
                      </a:r>
                    </a:p>
                    <a:p>
                      <a:r>
                        <a:rPr sz="1800" b="0">
                          <a:solidFill>
                            <a:srgbClr val="000000"/>
                          </a:solidFill>
                          <a:latin typeface="Aptos"/>
                          <a:ea typeface="Aptos"/>
                          <a:cs typeface="Aptos"/>
                        </a:rPr>
                        <a:t>Verbesserung</a:t>
                      </a:r>
                    </a:p>
                  </a:txBody>
                  <a:tcPr marL="91440" marR="91440" marT="45720" marB="45720" anchor="ctr"/>
                </a:tc>
              </a:tr>
            </a:tbl>
          </a:graphicData>
        </a:graphic>
      </p:graphicFrame>
      <p:sp>
        <p:nvSpPr>
          <p:cNvPr id="4" name="Textfeld 3">
            <a:extLst xmlns:a="http://schemas.openxmlformats.org/drawingml/2006/main">
              <a:ext uri="{FF2B5EF4-FFF2-40B4-BE49-F238E27FC236}">
                <a16:creationId xmlns:a16="http://schemas.microsoft.com/office/drawing/2014/main" id="{EAC1535D-E8B8-F448-8A54-D395C5E3D747}"/>
              </a:ext>
            </a:extLst>
          </p:cNvPr>
          <p:cNvSpPr>
            <a:spLocks xmlns:a="http://schemas.openxmlformats.org/drawingml/2006/main" noGrp="1"/>
          </p:cNvSpPr>
          <p:nvPr/>
        </p:nvSpPr>
        <p:spPr>
          <a:xfrm xmlns:a="http://schemas.openxmlformats.org/drawingml/2006/main">
            <a:off x="723900" y="5934075"/>
            <a:ext cx="108204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defPPr>
              <a:defRPr sz="1800" b="0" u="none">
                <a:solidFill>
                  <a:srgbClr val="5B5365"/>
                </a:solidFill>
                <a:latin typeface="Aptos"/>
                <a:ea typeface="Aptos"/>
                <a:cs typeface="Aptos"/>
              </a:defRPr>
            </a:defPPr>
          </a:lstStyle>
          <a:p xmlns:a="http://schemas.openxmlformats.org/drawingml/2006/main">
            <a:pPr>
              <a:defRPr sz="1800" b="0" u="none">
                <a:solidFill>
                  <a:srgbClr val="5B5365"/>
                </a:solidFill>
                <a:latin typeface="Aptos"/>
                <a:ea typeface="Aptos"/>
                <a:cs typeface="Aptos"/>
              </a:defRPr>
            </a:pPr>
            <a:r>
              <a:rPr sz="1800" b="0" u="none">
                <a:solidFill>
                  <a:srgbClr val="5B5365"/>
                </a:solidFill>
                <a:latin typeface="Aptos"/>
                <a:ea typeface="Aptos"/>
                <a:cs typeface="Aptos"/>
              </a:rPr>
              <a:t>Hoque et al. (2013), MACH-Studie, randomisiert, n = 90.</a:t>
            </a:r>
          </a:p>
          <a:p xmlns:a="http://schemas.openxmlformats.org/drawingml/2006/main">
            <a:pPr>
              <a:defRPr sz="1800" b="0" u="none">
                <a:solidFill>
                  <a:srgbClr val="5B5365"/>
                </a:solidFill>
                <a:latin typeface="Aptos"/>
                <a:ea typeface="Aptos"/>
                <a:cs typeface="Aptos"/>
              </a:defRPr>
            </a:pPr>
            <a:r>
              <a:rPr sz="1800" b="0" u="none">
                <a:solidFill>
                  <a:srgbClr val="5B5365"/>
                </a:solidFill>
                <a:latin typeface="Aptos"/>
                <a:ea typeface="Aptos"/>
                <a:cs typeface="Aptos"/>
                <a:hlinkClick xmlns:r="http://schemas.openxmlformats.org/officeDocument/2006/relationships" r:id="R718ca4c800774163"/>
              </a:rPr>
              <a:t>Die Wirkung unseres Prototyps ist noch ungeprüft.</a:t>
            </a:r>
            <a:endParaRPr sz="1600"/>
          </a:p>
        </p:txBody>
      </p:sp>
    </p:spTree>
    <p:extLst>
      <p:ext uri="{BB962C8B-B14F-4D97-AF65-F5344CB8AC3E}">
        <p14:creationId xmlns:p14="http://schemas.microsoft.com/office/powerpoint/2010/main" val="41948067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2026-10-25T09:49:40.7410000Z</dcterms:created>
  <dcterms:modified xsi:type="dcterms:W3CDTF">2026-10-25T09:49:40.7410000Z</dcterms:modified>
</coreProperties>
</file>