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2"/>
    <p:sldId id="257" r:id="rId3"/>
    <p:sldId id="259" r:id="rId4"/>
    <p:sldId id="260" r:id="rId5"/>
    <p:sldId id="258" r:id="rId6"/>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702BF"/>
    <a:srgbClr val="B69D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67"/>
    <p:restoredTop sz="94726"/>
  </p:normalViewPr>
  <p:slideViewPr>
    <p:cSldViewPr snapToGrid="0">
      <p:cViewPr varScale="1">
        <p:scale>
          <a:sx n="120" d="100"/>
          <a:sy n="120" d="100"/>
        </p:scale>
        <p:origin x="33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0:25–1:00, eigentlicher Produktpitch.</a:t>
            </a:r>
          </a:p>
          <a:p>
            <a:endParaRPr/>
          </a:p>
          <a:p>
            <a:r>
              <a:t>Genau dafür bauen wir Pitch Practice. Ihr nehmt euren Vortrag mit Kamera und Mikrofon auf. Unser Prototyp beobachtet sichtbare Haltung und Gesten und analysiert Sprechmerkmale wie Pausen, Tempo und Lautstärke. Danach zeigt er Hinweise an konkreten Stellen im Video. Mit hochgeladenen Unterlagen lassen sich Aussagen gegen Quellen vergleichen. Anschließend stellt ein Fragebot Rückfragen zum Vortrag. So wird aus einer Aufnahme ein konkreter nächster Übungsschritt.</a:t>
            </a:r>
          </a:p>
          <a:p>
            <a:endParaRPr/>
          </a:p>
          <a:p>
            <a:r>
              <a:t>Bei 1:00 Aufnahme stoppen und in die App wechseln. Bis 1:15 eine Auswertung öffnen. Falls der aktuelle Take noch verarbeitet wird: ausdrücklich als vorab aufgenommen bezeichneten Durchlauf zeigen.</a:t>
            </a:r>
          </a:p>
          <a:p>
            <a:r>
              <a:t>1:15–1:55: einen markierten Moment anklicken und kurz wiedergeben.</a:t>
            </a:r>
          </a:p>
          <a:p>
            <a:r>
              <a:t>1:55–2:35: Practice questions öffnen, eine Botfrage anhören und kurz beantworten. Danach Gespräch beenden.</a:t>
            </a:r>
          </a:p>
          <a:p>
            <a:endParaRPr/>
          </a:p>
          <a:p>
            <a:r>
              <a:t>Quellen: frontend/src/components/live/LiveReview.tsx, backend/app/factcheck/pipeline.py, backend/app/questions/agent.py, Stand de15410. Quellenzitatprüfung ist keine Garantie für ein korrektes Modellurteil. Der direkte ElevenLabs-Dialog besitzt nicht denselben Zitatverifier wie getippte Antworten.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0:00–0:35. Viele üben ihre Folien, bekommen aber wenig konkretes Feedback zum Vortrag. Pitch Practice verbindet fünf Funktionen: Wir beobachten sichtbare Haltung und Gesten, analysieren Sprache und vergleichen Aussagen mit hochgeladenen Unterlagen. In der Auswertung führt jeder Hinweis zur passenden Stelle im Video. Danach stellt ein Fragebot Rückfragen zum Vortrag. So wird sichtbar, was ich beim nächsten Versuch gezielt üben kann.</a:t>
            </a:r>
          </a:p>
          <a:p>
            <a:endParaRPr/>
          </a:p>
          <a:p>
            <a:r>
              <a:t>Aufnahme ab dem Anfang laufen lassen. Die Abbildung ist eine echte Ansicht der vorhandenen synthetischen Demo, kein Ergebnis des aktuellen Vortrags. Quellen: frontend/src/components/live/LiveReview.tsx, backend/app/factcheck/pipeline.py, backend/app/questions/agent.py, Stand de15410. Kameraheuristiken sind unvalidiert. Sprache umfasst Transkript, Pausen, Tempo, Füllwörter, Lautstärke und Tonhöhenvariation. Kopforientierung ist kein gemessener Blickkontakt.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0:35–1:05. Im Produkt hilft KI bei Körperpunkten, Transkription, Quellenvergleich und Rückfragen. Den Sprachdialog ermöglicht ElevenLabs. Beim Entwickeln nutzten wir Codex und Claude Code für Architektur, Code, Recherche und Fehlersuche. Das Team legte Ziele fest und korrigierte Vorschläge. Ein konkretes Beispiel: Ein vorgeschlagener Docker-Tag war nicht verfügbar und wurde nach Prüfung korrigiert. Unsere wichtigste Grenze: Auch ein gültiges Zitat garantiert noch kein richtiges KI-Urteil.</a:t>
            </a:r>
          </a:p>
          <a:p>
            <a:endParaRPr/>
          </a:p>
          <a:p>
            <a:r>
              <a:t>Quellen: docs/02-ai-decision-log.md, Einträge zu Compose, Sprachanalyse, RAG, Codex und Claude Code. Der Log nennt die Korrektur des SeaweedFS-Tags 4.49 auf das verfügbare 4.48. Provider werden anhand des vorhandenen Codes genannt. Signalmerkmale wie RMS/YIN sind zusätzlich regelbasierte Verfahren und werden nicht pauschal als lernende KI ausgegeben. Bei ElevenLabs wird kein bestimmtes Dialogmodell behauptet. Die getippte Quellenprüfung und der direkte Sprachdialog besitzen unterschiedliche Verifikationsgrenzen.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1:05–1:10. Jetzt zeigen wir das an unserem eigenen Pitch: erst die Auswertung, dann eine Rückfrage des Bots.</a:t>
            </a:r>
          </a:p>
          <a:p>
            <a:endParaRPr/>
          </a:p>
          <a:p>
            <a:r>
              <a:t>Aufnahme stoppen und zur App wechseln. Bis 1:50 einen echten Review-Moment auswählen, drei bis fünf Sekunden wiedergeben und den tatsächlich sichtbaren Hinweis erklären. Bis 2:35 eine Botfrage und eine kurze Antwort zeigen. Spätestens dann Gespräch beenden. Abschluss bis 2:45: Pitch Practice macht konkrete Stellen im Vortrag nachvollziehbar und hilft, die nächste Übung vorzubereiten. Vielen Dank. 15 Sekunden Reserve.</a:t>
            </a:r>
          </a:p>
          <a:p>
            <a:endParaRPr/>
          </a:p>
          <a:p>
            <a:r>
              <a:t>Verarbeitungszeit ist nicht garantiert. Falls die neue Aufnahme nicht rechtzeitig bereit ist, eine vorbereitete Session zeigen und ausdrücklich als vorab aufgenommen bezeichnen. Kein vorberechnetes Ergebnis als aktuelle Analyse ausgeben. Die Szene auf dieser Folie ist eine KI-generierte Illustration, keine echte Projektaufnahme. Erstellt mit dem eingebauten Bildgenerator. Bild und Prompt: assets-v2/BILDQUELLEN.md. Quellen zum Ablauf: vorhandene Review- und Fragenoberfläche auf de15410.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Erwarteter Nutzen, kein Nachweis gemessener Wirkung. Für Lernende wünschen wir uns mehr Sicherheit, nachvollziehbaren Übungsbedarf und selbstständiges Üben. Für Lehrende wünschen wir uns besser vorbereitete Vorträge und mehr Raum, fachliche Inhalte zu besprechen. Konkrete Videostellen können als Gesprächsgrundlage dienen. Unser Ziel ist, Präsentationskompetenz zu stärken, damit Fachwissen besser zur Geltung kommt. Die Anwendung ersetzt weder Lehrkräfte noch eine fachliche Bewertung. Diese Folie formuliert Ziele des Prototyps, keine bereits empirisch belegten Effekte.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C0B9952C-D05B-4592-A812-B68C4771EE29}"/>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EBE1FC4-8CC8-441A-A91E-136B83EBE9D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30B90830-8FB6-4ABE-B9E5-AB0B44054EC7}"/>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9C379B94-7D46-4B0F-B146-FB673430855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5F3FFBB1-9705-4D9C-A3C2-46B043CF870F}"/>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D66DFD9C-9B21-4C25-8664-395E2F53B2C9}"/>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E0FB8AC-EFDF-42F3-A6E8-41DA37A719A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D6AC0253-CC2A-4FF0-BD9E-AD5046D606A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literacytrust.org.uk/research-services/research-reports/children-and-young-peoples-speaking-and-listening-in-2025/" TargetMode="External"/><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hyperlink" Target="https://pubmed.ncbi.nlm.nih.gov/26898522/"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hyperlink" Target="https://news.mit.edu/2013/automated-coach-could-help-with-social-interactions-0614" TargetMode="External"/><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olution-title">
            <a:extLst>
              <a:ext uri="{FF2B5EF4-FFF2-40B4-BE49-F238E27FC236}">
                <a16:creationId xmlns:a16="http://schemas.microsoft.com/office/drawing/2014/main" id="{8EC16773-DB61-448B-9B60-B88886C357DE}"/>
              </a:ext>
            </a:extLst>
          </p:cNvPr>
          <p:cNvSpPr>
            <a:spLocks noGrp="1"/>
          </p:cNvSpPr>
          <p:nvPr/>
        </p:nvSpPr>
        <p:spPr>
          <a:xfrm>
            <a:off x="723900" y="581025"/>
            <a:ext cx="10477500" cy="857250"/>
          </a:xfrm>
          <a:prstGeom prst="rect">
            <a:avLst/>
          </a:prstGeom>
          <a:noFill/>
          <a:ln w="0">
            <a:noFill/>
          </a:ln>
        </p:spPr>
        <p:txBody>
          <a:bodyPr lIns="0" tIns="0" rIns="0" bIns="0"/>
          <a:lstStyle>
            <a:defPPr>
              <a:defRPr sz="4800" b="1">
                <a:solidFill>
                  <a:srgbClr val="3803BF"/>
                </a:solidFill>
              </a:defRPr>
            </a:defPPr>
            <a:lvl1pPr>
              <a:buNone/>
              <a:defRPr sz="4800" b="1">
                <a:solidFill>
                  <a:srgbClr val="3803BF"/>
                </a:solidFill>
              </a:defRPr>
            </a:lvl1pPr>
            <a:lvl2pPr>
              <a:buNone/>
              <a:defRPr sz="4800" b="1">
                <a:solidFill>
                  <a:srgbClr val="3803BF"/>
                </a:solidFill>
              </a:defRPr>
            </a:lvl2pPr>
            <a:lvl3pPr>
              <a:buNone/>
              <a:defRPr sz="4800" b="1">
                <a:solidFill>
                  <a:srgbClr val="3803BF"/>
                </a:solidFill>
              </a:defRPr>
            </a:lvl3pPr>
            <a:lvl4pPr>
              <a:buNone/>
              <a:defRPr sz="4800" b="1">
                <a:solidFill>
                  <a:srgbClr val="3803BF"/>
                </a:solidFill>
              </a:defRPr>
            </a:lvl4pPr>
            <a:lvl5pPr>
              <a:buNone/>
              <a:defRPr sz="4800" b="1">
                <a:solidFill>
                  <a:srgbClr val="3803BF"/>
                </a:solidFill>
              </a:defRPr>
            </a:lvl5pPr>
            <a:lvl6pPr>
              <a:buNone/>
              <a:defRPr sz="4800" b="1">
                <a:solidFill>
                  <a:srgbClr val="3803BF"/>
                </a:solidFill>
              </a:defRPr>
            </a:lvl6pPr>
            <a:lvl7pPr>
              <a:buNone/>
              <a:defRPr sz="4800" b="1">
                <a:solidFill>
                  <a:srgbClr val="3803BF"/>
                </a:solidFill>
              </a:defRPr>
            </a:lvl7pPr>
            <a:lvl8pPr>
              <a:buNone/>
              <a:defRPr sz="4800" b="1">
                <a:solidFill>
                  <a:srgbClr val="3803BF"/>
                </a:solidFill>
              </a:defRPr>
            </a:lvl8pPr>
            <a:lvl9pPr>
              <a:buNone/>
              <a:defRPr sz="4800" b="1">
                <a:solidFill>
                  <a:srgbClr val="3803BF"/>
                </a:solidFill>
              </a:defRPr>
            </a:lvl9pPr>
          </a:lstStyle>
          <a:p>
            <a:pPr>
              <a:buNone/>
              <a:defRPr sz="4800" b="1">
                <a:solidFill>
                  <a:srgbClr val="3803BF"/>
                </a:solidFill>
              </a:defRPr>
            </a:pPr>
            <a:r>
              <a:rPr b="1" dirty="0">
                <a:solidFill>
                  <a:srgbClr val="3803BF"/>
                </a:solidFill>
              </a:rPr>
              <a:t>Pitch Practice</a:t>
            </a:r>
          </a:p>
        </p:txBody>
      </p:sp>
      <p:sp>
        <p:nvSpPr>
          <p:cNvPr id="4" name="during-title">
            <a:extLst>
              <a:ext uri="{FF2B5EF4-FFF2-40B4-BE49-F238E27FC236}">
                <a16:creationId xmlns:a16="http://schemas.microsoft.com/office/drawing/2014/main" id="{BA8497C2-8DFA-49C5-A2F9-537E8566F42A}"/>
              </a:ext>
            </a:extLst>
          </p:cNvPr>
          <p:cNvSpPr>
            <a:spLocks noGrp="1"/>
          </p:cNvSpPr>
          <p:nvPr/>
        </p:nvSpPr>
        <p:spPr>
          <a:xfrm>
            <a:off x="723900" y="2258929"/>
            <a:ext cx="5143500" cy="533400"/>
          </a:xfrm>
          <a:prstGeom prst="rect">
            <a:avLst/>
          </a:prstGeom>
          <a:noFill/>
          <a:ln w="0">
            <a:noFill/>
          </a:ln>
        </p:spPr>
        <p:txBody>
          <a:bodyPr lIns="0" tIns="0" rIns="0" bIns="0"/>
          <a:lstStyle>
            <a:defPPr>
              <a:defRPr sz="2400" b="1">
                <a:solidFill>
                  <a:srgbClr val="3803BF"/>
                </a:solidFill>
              </a:defRPr>
            </a:defPPr>
            <a:lvl1pPr>
              <a:buNone/>
              <a:defRPr sz="2400" b="1">
                <a:solidFill>
                  <a:srgbClr val="3803BF"/>
                </a:solidFill>
              </a:defRPr>
            </a:lvl1pPr>
            <a:lvl2pPr>
              <a:buNone/>
              <a:defRPr sz="2400" b="1">
                <a:solidFill>
                  <a:srgbClr val="3803BF"/>
                </a:solidFill>
              </a:defRPr>
            </a:lvl2pPr>
            <a:lvl3pPr>
              <a:buNone/>
              <a:defRPr sz="2400" b="1">
                <a:solidFill>
                  <a:srgbClr val="3803BF"/>
                </a:solidFill>
              </a:defRPr>
            </a:lvl3pPr>
            <a:lvl4pPr>
              <a:buNone/>
              <a:defRPr sz="2400" b="1">
                <a:solidFill>
                  <a:srgbClr val="3803BF"/>
                </a:solidFill>
              </a:defRPr>
            </a:lvl4pPr>
            <a:lvl5pPr>
              <a:buNone/>
              <a:defRPr sz="2400" b="1">
                <a:solidFill>
                  <a:srgbClr val="3803BF"/>
                </a:solidFill>
              </a:defRPr>
            </a:lvl5pPr>
            <a:lvl6pPr>
              <a:buNone/>
              <a:defRPr sz="2400" b="1">
                <a:solidFill>
                  <a:srgbClr val="3803BF"/>
                </a:solidFill>
              </a:defRPr>
            </a:lvl6pPr>
            <a:lvl7pPr>
              <a:buNone/>
              <a:defRPr sz="2400" b="1">
                <a:solidFill>
                  <a:srgbClr val="3803BF"/>
                </a:solidFill>
              </a:defRPr>
            </a:lvl7pPr>
            <a:lvl8pPr>
              <a:buNone/>
              <a:defRPr sz="2400" b="1">
                <a:solidFill>
                  <a:srgbClr val="3803BF"/>
                </a:solidFill>
              </a:defRPr>
            </a:lvl8pPr>
            <a:lvl9pPr>
              <a:buNone/>
              <a:defRPr sz="2400" b="1">
                <a:solidFill>
                  <a:srgbClr val="3803BF"/>
                </a:solidFill>
              </a:defRPr>
            </a:lvl9pPr>
          </a:lstStyle>
          <a:p>
            <a:pPr>
              <a:buNone/>
              <a:defRPr sz="2400" b="1">
                <a:solidFill>
                  <a:srgbClr val="3803BF"/>
                </a:solidFill>
              </a:defRPr>
            </a:pPr>
            <a:r>
              <a:rPr sz="3200" b="1" dirty="0">
                <a:solidFill>
                  <a:srgbClr val="3803BF"/>
                </a:solidFill>
              </a:rPr>
              <a:t>Das Problem</a:t>
            </a:r>
          </a:p>
        </p:txBody>
      </p:sp>
      <p:sp>
        <p:nvSpPr>
          <p:cNvPr id="5" name="during-body">
            <a:extLst>
              <a:ext uri="{FF2B5EF4-FFF2-40B4-BE49-F238E27FC236}">
                <a16:creationId xmlns:a16="http://schemas.microsoft.com/office/drawing/2014/main" id="{57F6B05E-440E-44E2-A9B1-1BEE2FEB96E3}"/>
              </a:ext>
            </a:extLst>
          </p:cNvPr>
          <p:cNvSpPr>
            <a:spLocks noGrp="1"/>
          </p:cNvSpPr>
          <p:nvPr/>
        </p:nvSpPr>
        <p:spPr>
          <a:xfrm>
            <a:off x="723900" y="2992354"/>
            <a:ext cx="5095875" cy="1524000"/>
          </a:xfrm>
          <a:prstGeom prst="rect">
            <a:avLst/>
          </a:prstGeom>
          <a:noFill/>
          <a:ln w="0">
            <a:noFill/>
          </a:ln>
        </p:spPr>
        <p:txBody>
          <a:bodyPr lIns="0" tIns="0" rIns="0" bIns="0"/>
          <a:lstStyle>
            <a:defPPr>
              <a:defRPr sz="2400" b="0">
                <a:solidFill>
                  <a:srgbClr val="34303E"/>
                </a:solidFill>
              </a:defRPr>
            </a:defPPr>
            <a:lvl1pPr>
              <a:buNone/>
              <a:defRPr sz="2400" b="0">
                <a:solidFill>
                  <a:srgbClr val="34303E"/>
                </a:solidFill>
              </a:defRPr>
            </a:lvl1pPr>
            <a:lvl2pPr>
              <a:buNone/>
              <a:defRPr sz="2400" b="0">
                <a:solidFill>
                  <a:srgbClr val="34303E"/>
                </a:solidFill>
              </a:defRPr>
            </a:lvl2pPr>
            <a:lvl3pPr>
              <a:buNone/>
              <a:defRPr sz="2400" b="0">
                <a:solidFill>
                  <a:srgbClr val="34303E"/>
                </a:solidFill>
              </a:defRPr>
            </a:lvl3pPr>
            <a:lvl4pPr>
              <a:buNone/>
              <a:defRPr sz="2400" b="0">
                <a:solidFill>
                  <a:srgbClr val="34303E"/>
                </a:solidFill>
              </a:defRPr>
            </a:lvl4pPr>
            <a:lvl5pPr>
              <a:buNone/>
              <a:defRPr sz="2400" b="0">
                <a:solidFill>
                  <a:srgbClr val="34303E"/>
                </a:solidFill>
              </a:defRPr>
            </a:lvl5pPr>
            <a:lvl6pPr>
              <a:buNone/>
              <a:defRPr sz="2400" b="0">
                <a:solidFill>
                  <a:srgbClr val="34303E"/>
                </a:solidFill>
              </a:defRPr>
            </a:lvl6pPr>
            <a:lvl7pPr>
              <a:buNone/>
              <a:defRPr sz="2400" b="0">
                <a:solidFill>
                  <a:srgbClr val="34303E"/>
                </a:solidFill>
              </a:defRPr>
            </a:lvl7pPr>
            <a:lvl8pPr>
              <a:buNone/>
              <a:defRPr sz="2400" b="0">
                <a:solidFill>
                  <a:srgbClr val="34303E"/>
                </a:solidFill>
              </a:defRPr>
            </a:lvl8pPr>
            <a:lvl9pPr>
              <a:buNone/>
              <a:defRPr sz="2400" b="0">
                <a:solidFill>
                  <a:srgbClr val="34303E"/>
                </a:solidFill>
              </a:defRPr>
            </a:lvl9pPr>
          </a:lstStyle>
          <a:p>
            <a:r>
              <a:rPr lang="de-DE" sz="2800" b="1" dirty="0">
                <a:solidFill>
                  <a:srgbClr val="3702BF"/>
                </a:solidFill>
              </a:rPr>
              <a:t>52,6 % </a:t>
            </a:r>
            <a:r>
              <a:rPr lang="de-DE" sz="2800" dirty="0">
                <a:solidFill>
                  <a:schemeClr val="tx1"/>
                </a:solidFill>
              </a:rPr>
              <a:t>a</a:t>
            </a:r>
            <a:r>
              <a:rPr lang="de-DE" sz="2800" dirty="0"/>
              <a:t>ller Schüler schätzen ihre Präsentationsfähigkeit nicht als gut oder sehr gut ein.</a:t>
            </a:r>
          </a:p>
          <a:p>
            <a:pPr>
              <a:buNone/>
              <a:defRPr sz="2400" b="0">
                <a:solidFill>
                  <a:srgbClr val="34303E"/>
                </a:solidFill>
              </a:defRPr>
            </a:pPr>
            <a:endParaRPr sz="2400" b="0" dirty="0">
              <a:solidFill>
                <a:srgbClr val="34303E"/>
              </a:solidFill>
            </a:endParaRPr>
          </a:p>
        </p:txBody>
      </p:sp>
      <p:sp>
        <p:nvSpPr>
          <p:cNvPr id="6" name="after-title">
            <a:extLst>
              <a:ext uri="{FF2B5EF4-FFF2-40B4-BE49-F238E27FC236}">
                <a16:creationId xmlns:a16="http://schemas.microsoft.com/office/drawing/2014/main" id="{662B3A84-E61D-425A-8855-CBBE614FEF73}"/>
              </a:ext>
            </a:extLst>
          </p:cNvPr>
          <p:cNvSpPr>
            <a:spLocks noGrp="1"/>
          </p:cNvSpPr>
          <p:nvPr/>
        </p:nvSpPr>
        <p:spPr>
          <a:xfrm>
            <a:off x="6534150" y="2258929"/>
            <a:ext cx="4857750" cy="533400"/>
          </a:xfrm>
          <a:prstGeom prst="rect">
            <a:avLst/>
          </a:prstGeom>
          <a:noFill/>
          <a:ln w="0">
            <a:noFill/>
          </a:ln>
        </p:spPr>
        <p:txBody>
          <a:bodyPr lIns="0" tIns="0" rIns="0" bIns="0"/>
          <a:lstStyle>
            <a:defPPr>
              <a:defRPr sz="2400" b="1">
                <a:solidFill>
                  <a:srgbClr val="3803BF"/>
                </a:solidFill>
              </a:defRPr>
            </a:defPPr>
            <a:lvl1pPr>
              <a:buNone/>
              <a:defRPr sz="2400" b="1">
                <a:solidFill>
                  <a:srgbClr val="3803BF"/>
                </a:solidFill>
              </a:defRPr>
            </a:lvl1pPr>
            <a:lvl2pPr>
              <a:buNone/>
              <a:defRPr sz="2400" b="1">
                <a:solidFill>
                  <a:srgbClr val="3803BF"/>
                </a:solidFill>
              </a:defRPr>
            </a:lvl2pPr>
            <a:lvl3pPr>
              <a:buNone/>
              <a:defRPr sz="2400" b="1">
                <a:solidFill>
                  <a:srgbClr val="3803BF"/>
                </a:solidFill>
              </a:defRPr>
            </a:lvl3pPr>
            <a:lvl4pPr>
              <a:buNone/>
              <a:defRPr sz="2400" b="1">
                <a:solidFill>
                  <a:srgbClr val="3803BF"/>
                </a:solidFill>
              </a:defRPr>
            </a:lvl4pPr>
            <a:lvl5pPr>
              <a:buNone/>
              <a:defRPr sz="2400" b="1">
                <a:solidFill>
                  <a:srgbClr val="3803BF"/>
                </a:solidFill>
              </a:defRPr>
            </a:lvl5pPr>
            <a:lvl6pPr>
              <a:buNone/>
              <a:defRPr sz="2400" b="1">
                <a:solidFill>
                  <a:srgbClr val="3803BF"/>
                </a:solidFill>
              </a:defRPr>
            </a:lvl6pPr>
            <a:lvl7pPr>
              <a:buNone/>
              <a:defRPr sz="2400" b="1">
                <a:solidFill>
                  <a:srgbClr val="3803BF"/>
                </a:solidFill>
              </a:defRPr>
            </a:lvl7pPr>
            <a:lvl8pPr>
              <a:buNone/>
              <a:defRPr sz="2400" b="1">
                <a:solidFill>
                  <a:srgbClr val="3803BF"/>
                </a:solidFill>
              </a:defRPr>
            </a:lvl8pPr>
            <a:lvl9pPr>
              <a:buNone/>
              <a:defRPr sz="2400" b="1">
                <a:solidFill>
                  <a:srgbClr val="3803BF"/>
                </a:solidFill>
              </a:defRPr>
            </a:lvl9pPr>
          </a:lstStyle>
          <a:p>
            <a:pPr>
              <a:buNone/>
              <a:defRPr sz="2400" b="1">
                <a:solidFill>
                  <a:srgbClr val="3803BF"/>
                </a:solidFill>
              </a:defRPr>
            </a:pPr>
            <a:r>
              <a:rPr sz="3200" b="1" dirty="0" err="1">
                <a:solidFill>
                  <a:srgbClr val="3803BF"/>
                </a:solidFill>
              </a:rPr>
              <a:t>Folgen</a:t>
            </a:r>
            <a:endParaRPr sz="2400" b="1" dirty="0">
              <a:solidFill>
                <a:srgbClr val="3803BF"/>
              </a:solidFill>
            </a:endParaRPr>
          </a:p>
        </p:txBody>
      </p:sp>
      <p:sp>
        <p:nvSpPr>
          <p:cNvPr id="7" name="after-body">
            <a:extLst>
              <a:ext uri="{FF2B5EF4-FFF2-40B4-BE49-F238E27FC236}">
                <a16:creationId xmlns:a16="http://schemas.microsoft.com/office/drawing/2014/main" id="{A1C20363-ADE9-40E8-86AD-F55E38295249}"/>
              </a:ext>
            </a:extLst>
          </p:cNvPr>
          <p:cNvSpPr>
            <a:spLocks noGrp="1"/>
          </p:cNvSpPr>
          <p:nvPr/>
        </p:nvSpPr>
        <p:spPr>
          <a:xfrm>
            <a:off x="6534150" y="2951222"/>
            <a:ext cx="5014161" cy="1809750"/>
          </a:xfrm>
          <a:prstGeom prst="rect">
            <a:avLst/>
          </a:prstGeom>
          <a:noFill/>
          <a:ln w="0">
            <a:noFill/>
          </a:ln>
        </p:spPr>
        <p:txBody>
          <a:bodyPr lIns="0" tIns="0" rIns="0" bIns="0"/>
          <a:lstStyle>
            <a:defPPr>
              <a:defRPr sz="2250" b="0">
                <a:solidFill>
                  <a:srgbClr val="34303E"/>
                </a:solidFill>
              </a:defRPr>
            </a:defPPr>
            <a:lvl1pPr>
              <a:buNone/>
              <a:defRPr sz="2250" b="0">
                <a:solidFill>
                  <a:srgbClr val="34303E"/>
                </a:solidFill>
              </a:defRPr>
            </a:lvl1pPr>
            <a:lvl2pPr>
              <a:buNone/>
              <a:defRPr sz="2250" b="0">
                <a:solidFill>
                  <a:srgbClr val="34303E"/>
                </a:solidFill>
              </a:defRPr>
            </a:lvl2pPr>
            <a:lvl3pPr>
              <a:buNone/>
              <a:defRPr sz="2250" b="0">
                <a:solidFill>
                  <a:srgbClr val="34303E"/>
                </a:solidFill>
              </a:defRPr>
            </a:lvl3pPr>
            <a:lvl4pPr>
              <a:buNone/>
              <a:defRPr sz="2250" b="0">
                <a:solidFill>
                  <a:srgbClr val="34303E"/>
                </a:solidFill>
              </a:defRPr>
            </a:lvl4pPr>
            <a:lvl5pPr>
              <a:buNone/>
              <a:defRPr sz="2250" b="0">
                <a:solidFill>
                  <a:srgbClr val="34303E"/>
                </a:solidFill>
              </a:defRPr>
            </a:lvl5pPr>
            <a:lvl6pPr>
              <a:buNone/>
              <a:defRPr sz="2250" b="0">
                <a:solidFill>
                  <a:srgbClr val="34303E"/>
                </a:solidFill>
              </a:defRPr>
            </a:lvl6pPr>
            <a:lvl7pPr>
              <a:buNone/>
              <a:defRPr sz="2250" b="0">
                <a:solidFill>
                  <a:srgbClr val="34303E"/>
                </a:solidFill>
              </a:defRPr>
            </a:lvl7pPr>
            <a:lvl8pPr>
              <a:buNone/>
              <a:defRPr sz="2250" b="0">
                <a:solidFill>
                  <a:srgbClr val="34303E"/>
                </a:solidFill>
              </a:defRPr>
            </a:lvl8pPr>
            <a:lvl9pPr>
              <a:buNone/>
              <a:defRPr sz="2250" b="0">
                <a:solidFill>
                  <a:srgbClr val="34303E"/>
                </a:solidFill>
              </a:defRPr>
            </a:lvl9pPr>
          </a:lstStyle>
          <a:p>
            <a:pPr>
              <a:defRPr sz="2250" b="0">
                <a:solidFill>
                  <a:srgbClr val="34303E"/>
                </a:solidFill>
              </a:defRPr>
            </a:pPr>
            <a:r>
              <a:rPr lang="de-DE" sz="2800" dirty="0"/>
              <a:t>geringere Beteiligung, fehlende</a:t>
            </a:r>
          </a:p>
          <a:p>
            <a:pPr>
              <a:defRPr sz="2250" b="0">
                <a:solidFill>
                  <a:srgbClr val="34303E"/>
                </a:solidFill>
              </a:defRPr>
            </a:pPr>
            <a:r>
              <a:rPr lang="de-DE" sz="2800" dirty="0"/>
              <a:t>Übung und Nachteile beim Aufbau wichtiger </a:t>
            </a:r>
          </a:p>
          <a:p>
            <a:pPr>
              <a:defRPr sz="2250" b="0">
                <a:solidFill>
                  <a:srgbClr val="34303E"/>
                </a:solidFill>
              </a:defRPr>
            </a:pPr>
            <a:r>
              <a:rPr lang="de-DE" sz="2800" dirty="0"/>
              <a:t>Kommunikationskompetenzen.</a:t>
            </a:r>
            <a:endParaRPr sz="2800" b="0" dirty="0">
              <a:solidFill>
                <a:srgbClr val="34303E"/>
              </a:solidFill>
            </a:endParaRPr>
          </a:p>
        </p:txBody>
      </p:sp>
      <p:sp>
        <p:nvSpPr>
          <p:cNvPr id="8" name="Rechteck 7">
            <a:extLst>
              <a:ext uri="{FF2B5EF4-FFF2-40B4-BE49-F238E27FC236}">
                <a16:creationId xmlns:a16="http://schemas.microsoft.com/office/drawing/2014/main" id="{43A96B1E-E7F5-9C4A-8791-96BCDF9100FA}"/>
              </a:ext>
            </a:extLst>
          </p:cNvPr>
          <p:cNvSpPr/>
          <p:nvPr/>
        </p:nvSpPr>
        <p:spPr>
          <a:xfrm>
            <a:off x="0" y="6231100"/>
            <a:ext cx="11875168" cy="923330"/>
          </a:xfrm>
          <a:prstGeom prst="rect">
            <a:avLst/>
          </a:prstGeom>
        </p:spPr>
        <p:txBody>
          <a:bodyPr wrap="square">
            <a:spAutoFit/>
          </a:bodyPr>
          <a:lstStyle/>
          <a:p>
            <a:r>
              <a:rPr lang="de-DE" dirty="0">
                <a:hlinkClick r:id="rId3"/>
              </a:rPr>
              <a:t>https://literacytrust.org.uk/research-services/research-reports/children-and-young-peoples-speaking-and-listening-in-2025/</a:t>
            </a:r>
            <a:endParaRPr lang="de-DE" dirty="0"/>
          </a:p>
          <a:p>
            <a:r>
              <a:rPr lang="de-DE" dirty="0">
                <a:hlinkClick r:id="rId4"/>
              </a:rPr>
              <a:t>https://pubmed.ncbi.nlm.nih.gov/26898522/</a:t>
            </a:r>
            <a:endParaRPr lang="de-DE" dirty="0"/>
          </a:p>
          <a:p>
            <a:endParaRPr lang="de-DE" dirty="0"/>
          </a:p>
        </p:txBody>
      </p:sp>
      <p:sp>
        <p:nvSpPr>
          <p:cNvPr id="9" name="Textfeld 8">
            <a:extLst>
              <a:ext uri="{FF2B5EF4-FFF2-40B4-BE49-F238E27FC236}">
                <a16:creationId xmlns:a16="http://schemas.microsoft.com/office/drawing/2014/main" id="{F614D8A4-469D-764C-A2B1-D87E361F77ED}"/>
              </a:ext>
            </a:extLst>
          </p:cNvPr>
          <p:cNvSpPr txBox="1"/>
          <p:nvPr/>
        </p:nvSpPr>
        <p:spPr>
          <a:xfrm>
            <a:off x="723900" y="5266921"/>
            <a:ext cx="10824411" cy="523220"/>
          </a:xfrm>
          <a:prstGeom prst="rect">
            <a:avLst/>
          </a:prstGeom>
          <a:noFill/>
        </p:spPr>
        <p:txBody>
          <a:bodyPr wrap="square" rtlCol="0">
            <a:spAutoFit/>
          </a:bodyPr>
          <a:lstStyle/>
          <a:p>
            <a:r>
              <a:rPr lang="de-DE" sz="2800" b="1" dirty="0">
                <a:solidFill>
                  <a:srgbClr val="3702BF"/>
                </a:solidFill>
              </a:rPr>
              <a:t>89,3% </a:t>
            </a:r>
            <a:r>
              <a:rPr lang="de-DE" sz="2800" dirty="0"/>
              <a:t>aller befragter Schüler wünschen sich Training für Kommunikation</a:t>
            </a:r>
          </a:p>
        </p:txBody>
      </p:sp>
    </p:spTree>
    <p:extLst>
      <p:ext uri="{BB962C8B-B14F-4D97-AF65-F5344CB8AC3E}">
        <p14:creationId xmlns:p14="http://schemas.microsoft.com/office/powerpoint/2010/main" val="1191945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C0C15"/>
        </a:solidFill>
        <a:effectLst/>
      </p:bgPr>
    </p:bg>
    <p:spTree>
      <p:nvGrpSpPr>
        <p:cNvPr id="1" name=""/>
        <p:cNvGrpSpPr/>
        <p:nvPr/>
      </p:nvGrpSpPr>
      <p:grpSpPr>
        <a:xfrm>
          <a:off x="0" y="0"/>
          <a:ext cx="0" cy="0"/>
          <a:chOff x="0" y="0"/>
          <a:chExt cx="0" cy="0"/>
        </a:xfrm>
      </p:grpSpPr>
      <p:sp>
        <p:nvSpPr>
          <p:cNvPr id="2" name="product-name">
            <a:extLst>
              <a:ext uri="{FF2B5EF4-FFF2-40B4-BE49-F238E27FC236}">
                <a16:creationId xmlns:a16="http://schemas.microsoft.com/office/drawing/2014/main" id="{CDA635EC-5318-4565-B9AC-FB3D2DD5AD21}"/>
              </a:ext>
            </a:extLst>
          </p:cNvPr>
          <p:cNvSpPr>
            <a:spLocks noGrp="1"/>
          </p:cNvSpPr>
          <p:nvPr/>
        </p:nvSpPr>
        <p:spPr>
          <a:xfrm>
            <a:off x="685800" y="333375"/>
            <a:ext cx="9525000" cy="361950"/>
          </a:xfrm>
          <a:prstGeom prst="rect">
            <a:avLst/>
          </a:prstGeom>
          <a:noFill/>
          <a:ln w="0">
            <a:noFill/>
          </a:ln>
        </p:spPr>
        <p:txBody>
          <a:bodyPr lIns="0" tIns="0" rIns="0" bIns="0"/>
          <a:lstStyle>
            <a:defPPr>
              <a:defRPr sz="1800" b="1">
                <a:solidFill>
                  <a:srgbClr val="B69CFF"/>
                </a:solidFill>
              </a:defRPr>
            </a:defPPr>
            <a:lvl1pPr>
              <a:buNone/>
              <a:defRPr sz="1800" b="1">
                <a:solidFill>
                  <a:srgbClr val="B69CFF"/>
                </a:solidFill>
              </a:defRPr>
            </a:lvl1pPr>
            <a:lvl2pPr>
              <a:buNone/>
              <a:defRPr sz="1800" b="1">
                <a:solidFill>
                  <a:srgbClr val="B69CFF"/>
                </a:solidFill>
              </a:defRPr>
            </a:lvl2pPr>
            <a:lvl3pPr>
              <a:buNone/>
              <a:defRPr sz="1800" b="1">
                <a:solidFill>
                  <a:srgbClr val="B69CFF"/>
                </a:solidFill>
              </a:defRPr>
            </a:lvl3pPr>
            <a:lvl4pPr>
              <a:buNone/>
              <a:defRPr sz="1800" b="1">
                <a:solidFill>
                  <a:srgbClr val="B69CFF"/>
                </a:solidFill>
              </a:defRPr>
            </a:lvl4pPr>
            <a:lvl5pPr>
              <a:buNone/>
              <a:defRPr sz="1800" b="1">
                <a:solidFill>
                  <a:srgbClr val="B69CFF"/>
                </a:solidFill>
              </a:defRPr>
            </a:lvl5pPr>
            <a:lvl6pPr>
              <a:buNone/>
              <a:defRPr sz="1800" b="1">
                <a:solidFill>
                  <a:srgbClr val="B69CFF"/>
                </a:solidFill>
              </a:defRPr>
            </a:lvl6pPr>
            <a:lvl7pPr>
              <a:buNone/>
              <a:defRPr sz="1800" b="1">
                <a:solidFill>
                  <a:srgbClr val="B69CFF"/>
                </a:solidFill>
              </a:defRPr>
            </a:lvl7pPr>
            <a:lvl8pPr>
              <a:buNone/>
              <a:defRPr sz="1800" b="1">
                <a:solidFill>
                  <a:srgbClr val="B69CFF"/>
                </a:solidFill>
              </a:defRPr>
            </a:lvl8pPr>
            <a:lvl9pPr>
              <a:buNone/>
              <a:defRPr sz="1800" b="1">
                <a:solidFill>
                  <a:srgbClr val="B69CFF"/>
                </a:solidFill>
              </a:defRPr>
            </a:lvl9pPr>
          </a:lstStyle>
          <a:p>
            <a:pPr>
              <a:buNone/>
              <a:defRPr sz="1800" b="1">
                <a:solidFill>
                  <a:srgbClr val="B69CFF"/>
                </a:solidFill>
              </a:defRPr>
            </a:pPr>
            <a:r>
              <a:rPr sz="2000" b="1" dirty="0">
                <a:solidFill>
                  <a:srgbClr val="B69CFF"/>
                </a:solidFill>
              </a:rPr>
              <a:t>PITCH PRACTICE</a:t>
            </a:r>
          </a:p>
        </p:txBody>
      </p:sp>
      <p:sp>
        <p:nvSpPr>
          <p:cNvPr id="3" name="capabilities-title">
            <a:extLst>
              <a:ext uri="{FF2B5EF4-FFF2-40B4-BE49-F238E27FC236}">
                <a16:creationId xmlns:a16="http://schemas.microsoft.com/office/drawing/2014/main" id="{669BD113-597A-4ACD-BC3C-21FE8DDFF343}"/>
              </a:ext>
            </a:extLst>
          </p:cNvPr>
          <p:cNvSpPr>
            <a:spLocks noGrp="1"/>
          </p:cNvSpPr>
          <p:nvPr/>
        </p:nvSpPr>
        <p:spPr>
          <a:xfrm>
            <a:off x="685800" y="914400"/>
            <a:ext cx="10820400" cy="857250"/>
          </a:xfrm>
          <a:prstGeom prst="rect">
            <a:avLst/>
          </a:prstGeom>
          <a:noFill/>
          <a:ln w="0">
            <a:noFill/>
          </a:ln>
        </p:spPr>
        <p:txBody>
          <a:bodyPr lIns="0" tIns="0" rIns="0" bIns="0"/>
          <a:lstStyle>
            <a:defPPr>
              <a:defRPr sz="4350" b="1">
                <a:solidFill>
                  <a:srgbClr val="FFFFFF"/>
                </a:solidFill>
              </a:defRPr>
            </a:defPPr>
            <a:lvl1pPr>
              <a:buNone/>
              <a:defRPr sz="4350" b="1">
                <a:solidFill>
                  <a:srgbClr val="FFFFFF"/>
                </a:solidFill>
              </a:defRPr>
            </a:lvl1pPr>
            <a:lvl2pPr>
              <a:buNone/>
              <a:defRPr sz="4350" b="1">
                <a:solidFill>
                  <a:srgbClr val="FFFFFF"/>
                </a:solidFill>
              </a:defRPr>
            </a:lvl2pPr>
            <a:lvl3pPr>
              <a:buNone/>
              <a:defRPr sz="4350" b="1">
                <a:solidFill>
                  <a:srgbClr val="FFFFFF"/>
                </a:solidFill>
              </a:defRPr>
            </a:lvl3pPr>
            <a:lvl4pPr>
              <a:buNone/>
              <a:defRPr sz="4350" b="1">
                <a:solidFill>
                  <a:srgbClr val="FFFFFF"/>
                </a:solidFill>
              </a:defRPr>
            </a:lvl4pPr>
            <a:lvl5pPr>
              <a:buNone/>
              <a:defRPr sz="4350" b="1">
                <a:solidFill>
                  <a:srgbClr val="FFFFFF"/>
                </a:solidFill>
              </a:defRPr>
            </a:lvl5pPr>
            <a:lvl6pPr>
              <a:buNone/>
              <a:defRPr sz="4350" b="1">
                <a:solidFill>
                  <a:srgbClr val="FFFFFF"/>
                </a:solidFill>
              </a:defRPr>
            </a:lvl6pPr>
            <a:lvl7pPr>
              <a:buNone/>
              <a:defRPr sz="4350" b="1">
                <a:solidFill>
                  <a:srgbClr val="FFFFFF"/>
                </a:solidFill>
              </a:defRPr>
            </a:lvl7pPr>
            <a:lvl8pPr>
              <a:buNone/>
              <a:defRPr sz="4350" b="1">
                <a:solidFill>
                  <a:srgbClr val="FFFFFF"/>
                </a:solidFill>
              </a:defRPr>
            </a:lvl8pPr>
            <a:lvl9pPr>
              <a:buNone/>
              <a:defRPr sz="4350" b="1">
                <a:solidFill>
                  <a:srgbClr val="FFFFFF"/>
                </a:solidFill>
              </a:defRPr>
            </a:lvl9pPr>
          </a:lstStyle>
          <a:p>
            <a:pPr>
              <a:buNone/>
              <a:defRPr sz="4350" b="1">
                <a:solidFill>
                  <a:srgbClr val="FFFFFF"/>
                </a:solidFill>
              </a:defRPr>
            </a:pPr>
            <a:r>
              <a:rPr sz="4800" b="1" dirty="0" err="1">
                <a:solidFill>
                  <a:srgbClr val="FFFFFF"/>
                </a:solidFill>
              </a:rPr>
              <a:t>Unsere</a:t>
            </a:r>
            <a:r>
              <a:rPr sz="4800" b="1" dirty="0">
                <a:solidFill>
                  <a:srgbClr val="FFFFFF"/>
                </a:solidFill>
              </a:rPr>
              <a:t> </a:t>
            </a:r>
            <a:r>
              <a:rPr sz="4800" b="1" dirty="0" err="1">
                <a:solidFill>
                  <a:srgbClr val="B69DFF"/>
                </a:solidFill>
              </a:rPr>
              <a:t>Lösung</a:t>
            </a:r>
            <a:endParaRPr sz="4800" b="1" dirty="0">
              <a:solidFill>
                <a:srgbClr val="B69DFF"/>
              </a:solidFill>
            </a:endParaRPr>
          </a:p>
        </p:txBody>
      </p:sp>
      <p:sp>
        <p:nvSpPr>
          <p:cNvPr id="4" name="feature-number-0">
            <a:extLst>
              <a:ext uri="{FF2B5EF4-FFF2-40B4-BE49-F238E27FC236}">
                <a16:creationId xmlns:a16="http://schemas.microsoft.com/office/drawing/2014/main" id="{03CF29D1-4B11-4B51-BDCF-741BD6CE5466}"/>
              </a:ext>
            </a:extLst>
          </p:cNvPr>
          <p:cNvSpPr>
            <a:spLocks noGrp="1"/>
          </p:cNvSpPr>
          <p:nvPr/>
        </p:nvSpPr>
        <p:spPr>
          <a:xfrm>
            <a:off x="685800" y="2028825"/>
            <a:ext cx="476250" cy="400050"/>
          </a:xfrm>
          <a:prstGeom prst="rect">
            <a:avLst/>
          </a:prstGeom>
          <a:noFill/>
          <a:ln w="0">
            <a:noFill/>
          </a:ln>
        </p:spPr>
        <p:txBody>
          <a:bodyPr lIns="0" tIns="0" rIns="0" bIns="0"/>
          <a:lstStyle>
            <a:defPPr>
              <a:defRPr sz="1950" b="1">
                <a:solidFill>
                  <a:srgbClr val="B69CFF"/>
                </a:solidFill>
              </a:defRPr>
            </a:defPPr>
            <a:lvl1pPr>
              <a:buNone/>
              <a:defRPr sz="1950" b="1">
                <a:solidFill>
                  <a:srgbClr val="B69CFF"/>
                </a:solidFill>
              </a:defRPr>
            </a:lvl1pPr>
            <a:lvl2pPr>
              <a:buNone/>
              <a:defRPr sz="1950" b="1">
                <a:solidFill>
                  <a:srgbClr val="B69CFF"/>
                </a:solidFill>
              </a:defRPr>
            </a:lvl2pPr>
            <a:lvl3pPr>
              <a:buNone/>
              <a:defRPr sz="1950" b="1">
                <a:solidFill>
                  <a:srgbClr val="B69CFF"/>
                </a:solidFill>
              </a:defRPr>
            </a:lvl3pPr>
            <a:lvl4pPr>
              <a:buNone/>
              <a:defRPr sz="1950" b="1">
                <a:solidFill>
                  <a:srgbClr val="B69CFF"/>
                </a:solidFill>
              </a:defRPr>
            </a:lvl4pPr>
            <a:lvl5pPr>
              <a:buNone/>
              <a:defRPr sz="1950" b="1">
                <a:solidFill>
                  <a:srgbClr val="B69CFF"/>
                </a:solidFill>
              </a:defRPr>
            </a:lvl5pPr>
            <a:lvl6pPr>
              <a:buNone/>
              <a:defRPr sz="1950" b="1">
                <a:solidFill>
                  <a:srgbClr val="B69CFF"/>
                </a:solidFill>
              </a:defRPr>
            </a:lvl6pPr>
            <a:lvl7pPr>
              <a:buNone/>
              <a:defRPr sz="1950" b="1">
                <a:solidFill>
                  <a:srgbClr val="B69CFF"/>
                </a:solidFill>
              </a:defRPr>
            </a:lvl7pPr>
            <a:lvl8pPr>
              <a:buNone/>
              <a:defRPr sz="1950" b="1">
                <a:solidFill>
                  <a:srgbClr val="B69CFF"/>
                </a:solidFill>
              </a:defRPr>
            </a:lvl8pPr>
            <a:lvl9pPr>
              <a:buNone/>
              <a:defRPr sz="1950" b="1">
                <a:solidFill>
                  <a:srgbClr val="B69CFF"/>
                </a:solidFill>
              </a:defRPr>
            </a:lvl9pPr>
          </a:lstStyle>
          <a:p>
            <a:pPr>
              <a:buNone/>
              <a:defRPr sz="1950" b="1">
                <a:solidFill>
                  <a:srgbClr val="B69CFF"/>
                </a:solidFill>
              </a:defRPr>
            </a:pPr>
            <a:r>
              <a:rPr sz="1950" b="1">
                <a:solidFill>
                  <a:srgbClr val="B69CFF"/>
                </a:solidFill>
              </a:rPr>
              <a:t>01</a:t>
            </a:r>
          </a:p>
        </p:txBody>
      </p:sp>
      <p:sp>
        <p:nvSpPr>
          <p:cNvPr id="5" name="feature-title-0">
            <a:extLst>
              <a:ext uri="{FF2B5EF4-FFF2-40B4-BE49-F238E27FC236}">
                <a16:creationId xmlns:a16="http://schemas.microsoft.com/office/drawing/2014/main" id="{1D5E4F31-3E90-4753-831C-17C961032283}"/>
              </a:ext>
            </a:extLst>
          </p:cNvPr>
          <p:cNvSpPr>
            <a:spLocks noGrp="1"/>
          </p:cNvSpPr>
          <p:nvPr/>
        </p:nvSpPr>
        <p:spPr>
          <a:xfrm>
            <a:off x="1323975" y="2000250"/>
            <a:ext cx="4619625" cy="409575"/>
          </a:xfrm>
          <a:prstGeom prst="rect">
            <a:avLst/>
          </a:prstGeom>
          <a:noFill/>
          <a:ln w="0">
            <a:noFill/>
          </a:ln>
        </p:spPr>
        <p:txBody>
          <a:bodyPr lIns="0" tIns="0" rIns="0" bIns="0"/>
          <a:lstStyle>
            <a:defPPr>
              <a:defRPr sz="2400" b="1">
                <a:solidFill>
                  <a:srgbClr val="FFFFFF"/>
                </a:solidFill>
              </a:defRPr>
            </a:defPPr>
            <a:lvl1pPr>
              <a:buNone/>
              <a:defRPr sz="2400" b="1">
                <a:solidFill>
                  <a:srgbClr val="FFFFFF"/>
                </a:solidFill>
              </a:defRPr>
            </a:lvl1pPr>
            <a:lvl2pPr>
              <a:buNone/>
              <a:defRPr sz="2400" b="1">
                <a:solidFill>
                  <a:srgbClr val="FFFFFF"/>
                </a:solidFill>
              </a:defRPr>
            </a:lvl2pPr>
            <a:lvl3pPr>
              <a:buNone/>
              <a:defRPr sz="2400" b="1">
                <a:solidFill>
                  <a:srgbClr val="FFFFFF"/>
                </a:solidFill>
              </a:defRPr>
            </a:lvl3pPr>
            <a:lvl4pPr>
              <a:buNone/>
              <a:defRPr sz="2400" b="1">
                <a:solidFill>
                  <a:srgbClr val="FFFFFF"/>
                </a:solidFill>
              </a:defRPr>
            </a:lvl4pPr>
            <a:lvl5pPr>
              <a:buNone/>
              <a:defRPr sz="2400" b="1">
                <a:solidFill>
                  <a:srgbClr val="FFFFFF"/>
                </a:solidFill>
              </a:defRPr>
            </a:lvl5pPr>
            <a:lvl6pPr>
              <a:buNone/>
              <a:defRPr sz="2400" b="1">
                <a:solidFill>
                  <a:srgbClr val="FFFFFF"/>
                </a:solidFill>
              </a:defRPr>
            </a:lvl6pPr>
            <a:lvl7pPr>
              <a:buNone/>
              <a:defRPr sz="2400" b="1">
                <a:solidFill>
                  <a:srgbClr val="FFFFFF"/>
                </a:solidFill>
              </a:defRPr>
            </a:lvl7pPr>
            <a:lvl8pPr>
              <a:buNone/>
              <a:defRPr sz="2400" b="1">
                <a:solidFill>
                  <a:srgbClr val="FFFFFF"/>
                </a:solidFill>
              </a:defRPr>
            </a:lvl8pPr>
            <a:lvl9pPr>
              <a:buNone/>
              <a:defRPr sz="2400" b="1">
                <a:solidFill>
                  <a:srgbClr val="FFFFFF"/>
                </a:solidFill>
              </a:defRPr>
            </a:lvl9pPr>
          </a:lstStyle>
          <a:p>
            <a:pPr>
              <a:buNone/>
              <a:defRPr sz="2400" b="1">
                <a:solidFill>
                  <a:srgbClr val="FFFFFF"/>
                </a:solidFill>
              </a:defRPr>
            </a:pPr>
            <a:r>
              <a:rPr sz="2800" b="1" dirty="0" err="1">
                <a:solidFill>
                  <a:srgbClr val="FFFFFF"/>
                </a:solidFill>
              </a:rPr>
              <a:t>Haltung</a:t>
            </a:r>
            <a:r>
              <a:rPr sz="2800" b="1" dirty="0">
                <a:solidFill>
                  <a:srgbClr val="FFFFFF"/>
                </a:solidFill>
              </a:rPr>
              <a:t> und </a:t>
            </a:r>
            <a:r>
              <a:rPr sz="2800" b="1" dirty="0" err="1">
                <a:solidFill>
                  <a:srgbClr val="FFFFFF"/>
                </a:solidFill>
              </a:rPr>
              <a:t>Gestik</a:t>
            </a:r>
            <a:endParaRPr sz="2800" b="1" dirty="0">
              <a:solidFill>
                <a:srgbClr val="FFFFFF"/>
              </a:solidFill>
            </a:endParaRPr>
          </a:p>
        </p:txBody>
      </p:sp>
      <p:sp>
        <p:nvSpPr>
          <p:cNvPr id="6" name="feature-detail-0">
            <a:extLst>
              <a:ext uri="{FF2B5EF4-FFF2-40B4-BE49-F238E27FC236}">
                <a16:creationId xmlns:a16="http://schemas.microsoft.com/office/drawing/2014/main" id="{D302A9E0-7255-4A4B-9A3A-983786FDBEDE}"/>
              </a:ext>
            </a:extLst>
          </p:cNvPr>
          <p:cNvSpPr>
            <a:spLocks noGrp="1"/>
          </p:cNvSpPr>
          <p:nvPr/>
        </p:nvSpPr>
        <p:spPr>
          <a:xfrm>
            <a:off x="1323975" y="2381250"/>
            <a:ext cx="4638675" cy="342900"/>
          </a:xfrm>
          <a:prstGeom prst="rect">
            <a:avLst/>
          </a:prstGeom>
          <a:noFill/>
          <a:ln w="0">
            <a:noFill/>
          </a:ln>
        </p:spPr>
        <p:txBody>
          <a:bodyPr lIns="0" tIns="0" rIns="0" bIns="0"/>
          <a:lstStyle>
            <a:defPPr>
              <a:defRPr sz="1725" b="0">
                <a:solidFill>
                  <a:srgbClr val="AFAABA"/>
                </a:solidFill>
              </a:defRPr>
            </a:defPPr>
            <a:lvl1pPr>
              <a:buNone/>
              <a:defRPr sz="1725" b="0">
                <a:solidFill>
                  <a:srgbClr val="AFAABA"/>
                </a:solidFill>
              </a:defRPr>
            </a:lvl1pPr>
            <a:lvl2pPr>
              <a:buNone/>
              <a:defRPr sz="1725" b="0">
                <a:solidFill>
                  <a:srgbClr val="AFAABA"/>
                </a:solidFill>
              </a:defRPr>
            </a:lvl2pPr>
            <a:lvl3pPr>
              <a:buNone/>
              <a:defRPr sz="1725" b="0">
                <a:solidFill>
                  <a:srgbClr val="AFAABA"/>
                </a:solidFill>
              </a:defRPr>
            </a:lvl3pPr>
            <a:lvl4pPr>
              <a:buNone/>
              <a:defRPr sz="1725" b="0">
                <a:solidFill>
                  <a:srgbClr val="AFAABA"/>
                </a:solidFill>
              </a:defRPr>
            </a:lvl4pPr>
            <a:lvl5pPr>
              <a:buNone/>
              <a:defRPr sz="1725" b="0">
                <a:solidFill>
                  <a:srgbClr val="AFAABA"/>
                </a:solidFill>
              </a:defRPr>
            </a:lvl5pPr>
            <a:lvl6pPr>
              <a:buNone/>
              <a:defRPr sz="1725" b="0">
                <a:solidFill>
                  <a:srgbClr val="AFAABA"/>
                </a:solidFill>
              </a:defRPr>
            </a:lvl6pPr>
            <a:lvl7pPr>
              <a:buNone/>
              <a:defRPr sz="1725" b="0">
                <a:solidFill>
                  <a:srgbClr val="AFAABA"/>
                </a:solidFill>
              </a:defRPr>
            </a:lvl7pPr>
            <a:lvl8pPr>
              <a:buNone/>
              <a:defRPr sz="1725" b="0">
                <a:solidFill>
                  <a:srgbClr val="AFAABA"/>
                </a:solidFill>
              </a:defRPr>
            </a:lvl8pPr>
            <a:lvl9pPr>
              <a:buNone/>
              <a:defRPr sz="1725" b="0">
                <a:solidFill>
                  <a:srgbClr val="AFAABA"/>
                </a:solidFill>
              </a:defRPr>
            </a:lvl9pPr>
          </a:lstStyle>
          <a:p>
            <a:pPr>
              <a:buNone/>
              <a:defRPr sz="1725" b="0">
                <a:solidFill>
                  <a:srgbClr val="AFAABA"/>
                </a:solidFill>
              </a:defRPr>
            </a:pPr>
            <a:r>
              <a:rPr sz="2000" b="0" dirty="0" err="1">
                <a:solidFill>
                  <a:srgbClr val="AFAABA"/>
                </a:solidFill>
              </a:rPr>
              <a:t>Bewegungen</a:t>
            </a:r>
            <a:r>
              <a:rPr sz="2000" b="0" dirty="0">
                <a:solidFill>
                  <a:srgbClr val="AFAABA"/>
                </a:solidFill>
              </a:rPr>
              <a:t> und </a:t>
            </a:r>
            <a:r>
              <a:rPr sz="2000" b="0" dirty="0" err="1">
                <a:solidFill>
                  <a:srgbClr val="AFAABA"/>
                </a:solidFill>
              </a:rPr>
              <a:t>Kopforientierung</a:t>
            </a:r>
            <a:endParaRPr sz="2000" b="0" dirty="0">
              <a:solidFill>
                <a:srgbClr val="AFAABA"/>
              </a:solidFill>
            </a:endParaRPr>
          </a:p>
        </p:txBody>
      </p:sp>
      <p:sp>
        <p:nvSpPr>
          <p:cNvPr id="7" name="feature-number-1">
            <a:extLst>
              <a:ext uri="{FF2B5EF4-FFF2-40B4-BE49-F238E27FC236}">
                <a16:creationId xmlns:a16="http://schemas.microsoft.com/office/drawing/2014/main" id="{B37E0B78-4AAA-4FDF-99CE-0D11AA21CE45}"/>
              </a:ext>
            </a:extLst>
          </p:cNvPr>
          <p:cNvSpPr>
            <a:spLocks noGrp="1"/>
          </p:cNvSpPr>
          <p:nvPr/>
        </p:nvSpPr>
        <p:spPr>
          <a:xfrm>
            <a:off x="685800" y="2819400"/>
            <a:ext cx="476250" cy="400050"/>
          </a:xfrm>
          <a:prstGeom prst="rect">
            <a:avLst/>
          </a:prstGeom>
          <a:noFill/>
          <a:ln w="0">
            <a:noFill/>
          </a:ln>
        </p:spPr>
        <p:txBody>
          <a:bodyPr lIns="0" tIns="0" rIns="0" bIns="0"/>
          <a:lstStyle>
            <a:defPPr>
              <a:defRPr sz="1950" b="1">
                <a:solidFill>
                  <a:srgbClr val="B69CFF"/>
                </a:solidFill>
              </a:defRPr>
            </a:defPPr>
            <a:lvl1pPr>
              <a:buNone/>
              <a:defRPr sz="1950" b="1">
                <a:solidFill>
                  <a:srgbClr val="B69CFF"/>
                </a:solidFill>
              </a:defRPr>
            </a:lvl1pPr>
            <a:lvl2pPr>
              <a:buNone/>
              <a:defRPr sz="1950" b="1">
                <a:solidFill>
                  <a:srgbClr val="B69CFF"/>
                </a:solidFill>
              </a:defRPr>
            </a:lvl2pPr>
            <a:lvl3pPr>
              <a:buNone/>
              <a:defRPr sz="1950" b="1">
                <a:solidFill>
                  <a:srgbClr val="B69CFF"/>
                </a:solidFill>
              </a:defRPr>
            </a:lvl3pPr>
            <a:lvl4pPr>
              <a:buNone/>
              <a:defRPr sz="1950" b="1">
                <a:solidFill>
                  <a:srgbClr val="B69CFF"/>
                </a:solidFill>
              </a:defRPr>
            </a:lvl4pPr>
            <a:lvl5pPr>
              <a:buNone/>
              <a:defRPr sz="1950" b="1">
                <a:solidFill>
                  <a:srgbClr val="B69CFF"/>
                </a:solidFill>
              </a:defRPr>
            </a:lvl5pPr>
            <a:lvl6pPr>
              <a:buNone/>
              <a:defRPr sz="1950" b="1">
                <a:solidFill>
                  <a:srgbClr val="B69CFF"/>
                </a:solidFill>
              </a:defRPr>
            </a:lvl6pPr>
            <a:lvl7pPr>
              <a:buNone/>
              <a:defRPr sz="1950" b="1">
                <a:solidFill>
                  <a:srgbClr val="B69CFF"/>
                </a:solidFill>
              </a:defRPr>
            </a:lvl7pPr>
            <a:lvl8pPr>
              <a:buNone/>
              <a:defRPr sz="1950" b="1">
                <a:solidFill>
                  <a:srgbClr val="B69CFF"/>
                </a:solidFill>
              </a:defRPr>
            </a:lvl8pPr>
            <a:lvl9pPr>
              <a:buNone/>
              <a:defRPr sz="1950" b="1">
                <a:solidFill>
                  <a:srgbClr val="B69CFF"/>
                </a:solidFill>
              </a:defRPr>
            </a:lvl9pPr>
          </a:lstStyle>
          <a:p>
            <a:pPr>
              <a:buNone/>
              <a:defRPr sz="1950" b="1">
                <a:solidFill>
                  <a:srgbClr val="B69CFF"/>
                </a:solidFill>
              </a:defRPr>
            </a:pPr>
            <a:r>
              <a:rPr sz="1950" b="1">
                <a:solidFill>
                  <a:srgbClr val="B69CFF"/>
                </a:solidFill>
              </a:rPr>
              <a:t>02</a:t>
            </a:r>
          </a:p>
        </p:txBody>
      </p:sp>
      <p:sp>
        <p:nvSpPr>
          <p:cNvPr id="8" name="feature-title-1">
            <a:extLst>
              <a:ext uri="{FF2B5EF4-FFF2-40B4-BE49-F238E27FC236}">
                <a16:creationId xmlns:a16="http://schemas.microsoft.com/office/drawing/2014/main" id="{73918E85-FF62-45A9-BA85-1432A9520534}"/>
              </a:ext>
            </a:extLst>
          </p:cNvPr>
          <p:cNvSpPr>
            <a:spLocks noGrp="1"/>
          </p:cNvSpPr>
          <p:nvPr/>
        </p:nvSpPr>
        <p:spPr>
          <a:xfrm>
            <a:off x="1323975" y="2790825"/>
            <a:ext cx="4619625" cy="409575"/>
          </a:xfrm>
          <a:prstGeom prst="rect">
            <a:avLst/>
          </a:prstGeom>
          <a:noFill/>
          <a:ln w="0">
            <a:noFill/>
          </a:ln>
        </p:spPr>
        <p:txBody>
          <a:bodyPr lIns="0" tIns="0" rIns="0" bIns="0"/>
          <a:lstStyle>
            <a:defPPr>
              <a:defRPr sz="2400" b="1">
                <a:solidFill>
                  <a:srgbClr val="FFFFFF"/>
                </a:solidFill>
              </a:defRPr>
            </a:defPPr>
            <a:lvl1pPr>
              <a:buNone/>
              <a:defRPr sz="2400" b="1">
                <a:solidFill>
                  <a:srgbClr val="FFFFFF"/>
                </a:solidFill>
              </a:defRPr>
            </a:lvl1pPr>
            <a:lvl2pPr>
              <a:buNone/>
              <a:defRPr sz="2400" b="1">
                <a:solidFill>
                  <a:srgbClr val="FFFFFF"/>
                </a:solidFill>
              </a:defRPr>
            </a:lvl2pPr>
            <a:lvl3pPr>
              <a:buNone/>
              <a:defRPr sz="2400" b="1">
                <a:solidFill>
                  <a:srgbClr val="FFFFFF"/>
                </a:solidFill>
              </a:defRPr>
            </a:lvl3pPr>
            <a:lvl4pPr>
              <a:buNone/>
              <a:defRPr sz="2400" b="1">
                <a:solidFill>
                  <a:srgbClr val="FFFFFF"/>
                </a:solidFill>
              </a:defRPr>
            </a:lvl4pPr>
            <a:lvl5pPr>
              <a:buNone/>
              <a:defRPr sz="2400" b="1">
                <a:solidFill>
                  <a:srgbClr val="FFFFFF"/>
                </a:solidFill>
              </a:defRPr>
            </a:lvl5pPr>
            <a:lvl6pPr>
              <a:buNone/>
              <a:defRPr sz="2400" b="1">
                <a:solidFill>
                  <a:srgbClr val="FFFFFF"/>
                </a:solidFill>
              </a:defRPr>
            </a:lvl6pPr>
            <a:lvl7pPr>
              <a:buNone/>
              <a:defRPr sz="2400" b="1">
                <a:solidFill>
                  <a:srgbClr val="FFFFFF"/>
                </a:solidFill>
              </a:defRPr>
            </a:lvl7pPr>
            <a:lvl8pPr>
              <a:buNone/>
              <a:defRPr sz="2400" b="1">
                <a:solidFill>
                  <a:srgbClr val="FFFFFF"/>
                </a:solidFill>
              </a:defRPr>
            </a:lvl8pPr>
            <a:lvl9pPr>
              <a:buNone/>
              <a:defRPr sz="2400" b="1">
                <a:solidFill>
                  <a:srgbClr val="FFFFFF"/>
                </a:solidFill>
              </a:defRPr>
            </a:lvl9pPr>
          </a:lstStyle>
          <a:p>
            <a:pPr>
              <a:buNone/>
              <a:defRPr sz="2400" b="1">
                <a:solidFill>
                  <a:srgbClr val="FFFFFF"/>
                </a:solidFill>
              </a:defRPr>
            </a:pPr>
            <a:r>
              <a:rPr sz="2800" b="1" dirty="0" err="1">
                <a:solidFill>
                  <a:srgbClr val="FFFFFF"/>
                </a:solidFill>
              </a:rPr>
              <a:t>Sprache</a:t>
            </a:r>
            <a:endParaRPr sz="2400" b="1" dirty="0">
              <a:solidFill>
                <a:srgbClr val="FFFFFF"/>
              </a:solidFill>
            </a:endParaRPr>
          </a:p>
        </p:txBody>
      </p:sp>
      <p:sp>
        <p:nvSpPr>
          <p:cNvPr id="9" name="feature-detail-1">
            <a:extLst>
              <a:ext uri="{FF2B5EF4-FFF2-40B4-BE49-F238E27FC236}">
                <a16:creationId xmlns:a16="http://schemas.microsoft.com/office/drawing/2014/main" id="{89720D10-B1A4-440B-9A93-E95489698BB6}"/>
              </a:ext>
            </a:extLst>
          </p:cNvPr>
          <p:cNvSpPr>
            <a:spLocks noGrp="1"/>
          </p:cNvSpPr>
          <p:nvPr/>
        </p:nvSpPr>
        <p:spPr>
          <a:xfrm>
            <a:off x="1323975" y="3171825"/>
            <a:ext cx="4638675" cy="342900"/>
          </a:xfrm>
          <a:prstGeom prst="rect">
            <a:avLst/>
          </a:prstGeom>
          <a:noFill/>
          <a:ln w="0">
            <a:noFill/>
          </a:ln>
        </p:spPr>
        <p:txBody>
          <a:bodyPr lIns="0" tIns="0" rIns="0" bIns="0"/>
          <a:lstStyle>
            <a:defPPr>
              <a:defRPr sz="1725" b="0">
                <a:solidFill>
                  <a:srgbClr val="AFAABA"/>
                </a:solidFill>
              </a:defRPr>
            </a:defPPr>
            <a:lvl1pPr>
              <a:buNone/>
              <a:defRPr sz="1725" b="0">
                <a:solidFill>
                  <a:srgbClr val="AFAABA"/>
                </a:solidFill>
              </a:defRPr>
            </a:lvl1pPr>
            <a:lvl2pPr>
              <a:buNone/>
              <a:defRPr sz="1725" b="0">
                <a:solidFill>
                  <a:srgbClr val="AFAABA"/>
                </a:solidFill>
              </a:defRPr>
            </a:lvl2pPr>
            <a:lvl3pPr>
              <a:buNone/>
              <a:defRPr sz="1725" b="0">
                <a:solidFill>
                  <a:srgbClr val="AFAABA"/>
                </a:solidFill>
              </a:defRPr>
            </a:lvl3pPr>
            <a:lvl4pPr>
              <a:buNone/>
              <a:defRPr sz="1725" b="0">
                <a:solidFill>
                  <a:srgbClr val="AFAABA"/>
                </a:solidFill>
              </a:defRPr>
            </a:lvl4pPr>
            <a:lvl5pPr>
              <a:buNone/>
              <a:defRPr sz="1725" b="0">
                <a:solidFill>
                  <a:srgbClr val="AFAABA"/>
                </a:solidFill>
              </a:defRPr>
            </a:lvl5pPr>
            <a:lvl6pPr>
              <a:buNone/>
              <a:defRPr sz="1725" b="0">
                <a:solidFill>
                  <a:srgbClr val="AFAABA"/>
                </a:solidFill>
              </a:defRPr>
            </a:lvl6pPr>
            <a:lvl7pPr>
              <a:buNone/>
              <a:defRPr sz="1725" b="0">
                <a:solidFill>
                  <a:srgbClr val="AFAABA"/>
                </a:solidFill>
              </a:defRPr>
            </a:lvl7pPr>
            <a:lvl8pPr>
              <a:buNone/>
              <a:defRPr sz="1725" b="0">
                <a:solidFill>
                  <a:srgbClr val="AFAABA"/>
                </a:solidFill>
              </a:defRPr>
            </a:lvl8pPr>
            <a:lvl9pPr>
              <a:buNone/>
              <a:defRPr sz="1725" b="0">
                <a:solidFill>
                  <a:srgbClr val="AFAABA"/>
                </a:solidFill>
              </a:defRPr>
            </a:lvl9pPr>
          </a:lstStyle>
          <a:p>
            <a:pPr>
              <a:buNone/>
              <a:defRPr sz="1725" b="0">
                <a:solidFill>
                  <a:srgbClr val="AFAABA"/>
                </a:solidFill>
              </a:defRPr>
            </a:pPr>
            <a:r>
              <a:rPr sz="2000" b="0" dirty="0" err="1">
                <a:solidFill>
                  <a:srgbClr val="AFAABA"/>
                </a:solidFill>
              </a:rPr>
              <a:t>Transkript</a:t>
            </a:r>
            <a:r>
              <a:rPr sz="2000" b="0" dirty="0">
                <a:solidFill>
                  <a:srgbClr val="AFAABA"/>
                </a:solidFill>
              </a:rPr>
              <a:t>, Tempo, </a:t>
            </a:r>
            <a:r>
              <a:rPr sz="2000" b="0" dirty="0" err="1">
                <a:solidFill>
                  <a:srgbClr val="AFAABA"/>
                </a:solidFill>
              </a:rPr>
              <a:t>Pausen</a:t>
            </a:r>
            <a:r>
              <a:rPr sz="2000" b="0" dirty="0">
                <a:solidFill>
                  <a:srgbClr val="AFAABA"/>
                </a:solidFill>
              </a:rPr>
              <a:t> und </a:t>
            </a:r>
            <a:r>
              <a:rPr sz="2000" b="0" dirty="0" err="1">
                <a:solidFill>
                  <a:srgbClr val="AFAABA"/>
                </a:solidFill>
              </a:rPr>
              <a:t>Stimme</a:t>
            </a:r>
            <a:endParaRPr sz="2000" b="0" dirty="0">
              <a:solidFill>
                <a:srgbClr val="AFAABA"/>
              </a:solidFill>
            </a:endParaRPr>
          </a:p>
        </p:txBody>
      </p:sp>
      <p:sp>
        <p:nvSpPr>
          <p:cNvPr id="10" name="feature-number-2">
            <a:extLst>
              <a:ext uri="{FF2B5EF4-FFF2-40B4-BE49-F238E27FC236}">
                <a16:creationId xmlns:a16="http://schemas.microsoft.com/office/drawing/2014/main" id="{983577D1-DE84-49F6-A680-28EA688E3DBA}"/>
              </a:ext>
            </a:extLst>
          </p:cNvPr>
          <p:cNvSpPr>
            <a:spLocks noGrp="1"/>
          </p:cNvSpPr>
          <p:nvPr/>
        </p:nvSpPr>
        <p:spPr>
          <a:xfrm>
            <a:off x="685800" y="3609975"/>
            <a:ext cx="476250" cy="400050"/>
          </a:xfrm>
          <a:prstGeom prst="rect">
            <a:avLst/>
          </a:prstGeom>
          <a:noFill/>
          <a:ln w="0">
            <a:noFill/>
          </a:ln>
        </p:spPr>
        <p:txBody>
          <a:bodyPr lIns="0" tIns="0" rIns="0" bIns="0"/>
          <a:lstStyle>
            <a:defPPr>
              <a:defRPr sz="1950" b="1">
                <a:solidFill>
                  <a:srgbClr val="B69CFF"/>
                </a:solidFill>
              </a:defRPr>
            </a:defPPr>
            <a:lvl1pPr>
              <a:buNone/>
              <a:defRPr sz="1950" b="1">
                <a:solidFill>
                  <a:srgbClr val="B69CFF"/>
                </a:solidFill>
              </a:defRPr>
            </a:lvl1pPr>
            <a:lvl2pPr>
              <a:buNone/>
              <a:defRPr sz="1950" b="1">
                <a:solidFill>
                  <a:srgbClr val="B69CFF"/>
                </a:solidFill>
              </a:defRPr>
            </a:lvl2pPr>
            <a:lvl3pPr>
              <a:buNone/>
              <a:defRPr sz="1950" b="1">
                <a:solidFill>
                  <a:srgbClr val="B69CFF"/>
                </a:solidFill>
              </a:defRPr>
            </a:lvl3pPr>
            <a:lvl4pPr>
              <a:buNone/>
              <a:defRPr sz="1950" b="1">
                <a:solidFill>
                  <a:srgbClr val="B69CFF"/>
                </a:solidFill>
              </a:defRPr>
            </a:lvl4pPr>
            <a:lvl5pPr>
              <a:buNone/>
              <a:defRPr sz="1950" b="1">
                <a:solidFill>
                  <a:srgbClr val="B69CFF"/>
                </a:solidFill>
              </a:defRPr>
            </a:lvl5pPr>
            <a:lvl6pPr>
              <a:buNone/>
              <a:defRPr sz="1950" b="1">
                <a:solidFill>
                  <a:srgbClr val="B69CFF"/>
                </a:solidFill>
              </a:defRPr>
            </a:lvl6pPr>
            <a:lvl7pPr>
              <a:buNone/>
              <a:defRPr sz="1950" b="1">
                <a:solidFill>
                  <a:srgbClr val="B69CFF"/>
                </a:solidFill>
              </a:defRPr>
            </a:lvl7pPr>
            <a:lvl8pPr>
              <a:buNone/>
              <a:defRPr sz="1950" b="1">
                <a:solidFill>
                  <a:srgbClr val="B69CFF"/>
                </a:solidFill>
              </a:defRPr>
            </a:lvl8pPr>
            <a:lvl9pPr>
              <a:buNone/>
              <a:defRPr sz="1950" b="1">
                <a:solidFill>
                  <a:srgbClr val="B69CFF"/>
                </a:solidFill>
              </a:defRPr>
            </a:lvl9pPr>
          </a:lstStyle>
          <a:p>
            <a:pPr>
              <a:buNone/>
              <a:defRPr sz="1950" b="1">
                <a:solidFill>
                  <a:srgbClr val="B69CFF"/>
                </a:solidFill>
              </a:defRPr>
            </a:pPr>
            <a:r>
              <a:rPr sz="1950" b="1">
                <a:solidFill>
                  <a:srgbClr val="B69CFF"/>
                </a:solidFill>
              </a:rPr>
              <a:t>03</a:t>
            </a:r>
          </a:p>
        </p:txBody>
      </p:sp>
      <p:sp>
        <p:nvSpPr>
          <p:cNvPr id="11" name="feature-title-2">
            <a:extLst>
              <a:ext uri="{FF2B5EF4-FFF2-40B4-BE49-F238E27FC236}">
                <a16:creationId xmlns:a16="http://schemas.microsoft.com/office/drawing/2014/main" id="{9CCE9A92-BD9A-4F9F-9D9F-9DF50C2C4A0D}"/>
              </a:ext>
            </a:extLst>
          </p:cNvPr>
          <p:cNvSpPr>
            <a:spLocks noGrp="1"/>
          </p:cNvSpPr>
          <p:nvPr/>
        </p:nvSpPr>
        <p:spPr>
          <a:xfrm>
            <a:off x="1323975" y="3581400"/>
            <a:ext cx="4619625" cy="409575"/>
          </a:xfrm>
          <a:prstGeom prst="rect">
            <a:avLst/>
          </a:prstGeom>
          <a:noFill/>
          <a:ln w="0">
            <a:noFill/>
          </a:ln>
        </p:spPr>
        <p:txBody>
          <a:bodyPr lIns="0" tIns="0" rIns="0" bIns="0"/>
          <a:lstStyle>
            <a:defPPr>
              <a:defRPr sz="2400" b="1">
                <a:solidFill>
                  <a:srgbClr val="FFFFFF"/>
                </a:solidFill>
              </a:defRPr>
            </a:defPPr>
            <a:lvl1pPr>
              <a:buNone/>
              <a:defRPr sz="2400" b="1">
                <a:solidFill>
                  <a:srgbClr val="FFFFFF"/>
                </a:solidFill>
              </a:defRPr>
            </a:lvl1pPr>
            <a:lvl2pPr>
              <a:buNone/>
              <a:defRPr sz="2400" b="1">
                <a:solidFill>
                  <a:srgbClr val="FFFFFF"/>
                </a:solidFill>
              </a:defRPr>
            </a:lvl2pPr>
            <a:lvl3pPr>
              <a:buNone/>
              <a:defRPr sz="2400" b="1">
                <a:solidFill>
                  <a:srgbClr val="FFFFFF"/>
                </a:solidFill>
              </a:defRPr>
            </a:lvl3pPr>
            <a:lvl4pPr>
              <a:buNone/>
              <a:defRPr sz="2400" b="1">
                <a:solidFill>
                  <a:srgbClr val="FFFFFF"/>
                </a:solidFill>
              </a:defRPr>
            </a:lvl4pPr>
            <a:lvl5pPr>
              <a:buNone/>
              <a:defRPr sz="2400" b="1">
                <a:solidFill>
                  <a:srgbClr val="FFFFFF"/>
                </a:solidFill>
              </a:defRPr>
            </a:lvl5pPr>
            <a:lvl6pPr>
              <a:buNone/>
              <a:defRPr sz="2400" b="1">
                <a:solidFill>
                  <a:srgbClr val="FFFFFF"/>
                </a:solidFill>
              </a:defRPr>
            </a:lvl6pPr>
            <a:lvl7pPr>
              <a:buNone/>
              <a:defRPr sz="2400" b="1">
                <a:solidFill>
                  <a:srgbClr val="FFFFFF"/>
                </a:solidFill>
              </a:defRPr>
            </a:lvl7pPr>
            <a:lvl8pPr>
              <a:buNone/>
              <a:defRPr sz="2400" b="1">
                <a:solidFill>
                  <a:srgbClr val="FFFFFF"/>
                </a:solidFill>
              </a:defRPr>
            </a:lvl8pPr>
            <a:lvl9pPr>
              <a:buNone/>
              <a:defRPr sz="2400" b="1">
                <a:solidFill>
                  <a:srgbClr val="FFFFFF"/>
                </a:solidFill>
              </a:defRPr>
            </a:lvl9pPr>
          </a:lstStyle>
          <a:p>
            <a:pPr>
              <a:buNone/>
              <a:defRPr sz="2400" b="1">
                <a:solidFill>
                  <a:srgbClr val="FFFFFF"/>
                </a:solidFill>
              </a:defRPr>
            </a:pPr>
            <a:r>
              <a:rPr sz="2800" b="1" dirty="0" err="1">
                <a:solidFill>
                  <a:srgbClr val="FFFFFF"/>
                </a:solidFill>
              </a:rPr>
              <a:t>Quellencheck</a:t>
            </a:r>
            <a:endParaRPr sz="2400" b="1" dirty="0">
              <a:solidFill>
                <a:srgbClr val="FFFFFF"/>
              </a:solidFill>
            </a:endParaRPr>
          </a:p>
        </p:txBody>
      </p:sp>
      <p:sp>
        <p:nvSpPr>
          <p:cNvPr id="12" name="feature-detail-2">
            <a:extLst>
              <a:ext uri="{FF2B5EF4-FFF2-40B4-BE49-F238E27FC236}">
                <a16:creationId xmlns:a16="http://schemas.microsoft.com/office/drawing/2014/main" id="{7D8F4C59-9EAA-4E2C-94D0-C18B357CB168}"/>
              </a:ext>
            </a:extLst>
          </p:cNvPr>
          <p:cNvSpPr>
            <a:spLocks noGrp="1"/>
          </p:cNvSpPr>
          <p:nvPr/>
        </p:nvSpPr>
        <p:spPr>
          <a:xfrm>
            <a:off x="1323975" y="3962400"/>
            <a:ext cx="4638675" cy="342900"/>
          </a:xfrm>
          <a:prstGeom prst="rect">
            <a:avLst/>
          </a:prstGeom>
          <a:noFill/>
          <a:ln w="0">
            <a:noFill/>
          </a:ln>
        </p:spPr>
        <p:txBody>
          <a:bodyPr lIns="0" tIns="0" rIns="0" bIns="0"/>
          <a:lstStyle>
            <a:defPPr>
              <a:defRPr sz="1725" b="0">
                <a:solidFill>
                  <a:srgbClr val="AFAABA"/>
                </a:solidFill>
              </a:defRPr>
            </a:defPPr>
            <a:lvl1pPr>
              <a:buNone/>
              <a:defRPr sz="1725" b="0">
                <a:solidFill>
                  <a:srgbClr val="AFAABA"/>
                </a:solidFill>
              </a:defRPr>
            </a:lvl1pPr>
            <a:lvl2pPr>
              <a:buNone/>
              <a:defRPr sz="1725" b="0">
                <a:solidFill>
                  <a:srgbClr val="AFAABA"/>
                </a:solidFill>
              </a:defRPr>
            </a:lvl2pPr>
            <a:lvl3pPr>
              <a:buNone/>
              <a:defRPr sz="1725" b="0">
                <a:solidFill>
                  <a:srgbClr val="AFAABA"/>
                </a:solidFill>
              </a:defRPr>
            </a:lvl3pPr>
            <a:lvl4pPr>
              <a:buNone/>
              <a:defRPr sz="1725" b="0">
                <a:solidFill>
                  <a:srgbClr val="AFAABA"/>
                </a:solidFill>
              </a:defRPr>
            </a:lvl4pPr>
            <a:lvl5pPr>
              <a:buNone/>
              <a:defRPr sz="1725" b="0">
                <a:solidFill>
                  <a:srgbClr val="AFAABA"/>
                </a:solidFill>
              </a:defRPr>
            </a:lvl5pPr>
            <a:lvl6pPr>
              <a:buNone/>
              <a:defRPr sz="1725" b="0">
                <a:solidFill>
                  <a:srgbClr val="AFAABA"/>
                </a:solidFill>
              </a:defRPr>
            </a:lvl6pPr>
            <a:lvl7pPr>
              <a:buNone/>
              <a:defRPr sz="1725" b="0">
                <a:solidFill>
                  <a:srgbClr val="AFAABA"/>
                </a:solidFill>
              </a:defRPr>
            </a:lvl7pPr>
            <a:lvl8pPr>
              <a:buNone/>
              <a:defRPr sz="1725" b="0">
                <a:solidFill>
                  <a:srgbClr val="AFAABA"/>
                </a:solidFill>
              </a:defRPr>
            </a:lvl8pPr>
            <a:lvl9pPr>
              <a:buNone/>
              <a:defRPr sz="1725" b="0">
                <a:solidFill>
                  <a:srgbClr val="AFAABA"/>
                </a:solidFill>
              </a:defRPr>
            </a:lvl9pPr>
          </a:lstStyle>
          <a:p>
            <a:pPr>
              <a:buNone/>
              <a:defRPr sz="1725" b="0">
                <a:solidFill>
                  <a:srgbClr val="AFAABA"/>
                </a:solidFill>
              </a:defRPr>
            </a:pPr>
            <a:r>
              <a:rPr sz="2000" b="0" dirty="0" err="1">
                <a:solidFill>
                  <a:srgbClr val="AFAABA"/>
                </a:solidFill>
              </a:rPr>
              <a:t>Aussagen</a:t>
            </a:r>
            <a:r>
              <a:rPr sz="2000" b="0" dirty="0">
                <a:solidFill>
                  <a:srgbClr val="AFAABA"/>
                </a:solidFill>
              </a:rPr>
              <a:t> </a:t>
            </a:r>
            <a:r>
              <a:rPr sz="2000" b="0" dirty="0" err="1">
                <a:solidFill>
                  <a:srgbClr val="AFAABA"/>
                </a:solidFill>
              </a:rPr>
              <a:t>mit</a:t>
            </a:r>
            <a:r>
              <a:rPr sz="2000" b="0" dirty="0">
                <a:solidFill>
                  <a:srgbClr val="AFAABA"/>
                </a:solidFill>
              </a:rPr>
              <a:t> </a:t>
            </a:r>
            <a:r>
              <a:rPr sz="2000" b="0" dirty="0" err="1">
                <a:solidFill>
                  <a:srgbClr val="AFAABA"/>
                </a:solidFill>
              </a:rPr>
              <a:t>Unterlagen</a:t>
            </a:r>
            <a:r>
              <a:rPr sz="2000" b="0" dirty="0">
                <a:solidFill>
                  <a:srgbClr val="AFAABA"/>
                </a:solidFill>
              </a:rPr>
              <a:t> </a:t>
            </a:r>
            <a:r>
              <a:rPr sz="2000" b="0" dirty="0" err="1">
                <a:solidFill>
                  <a:srgbClr val="AFAABA"/>
                </a:solidFill>
              </a:rPr>
              <a:t>vergleichen</a:t>
            </a:r>
            <a:endParaRPr sz="2000" b="0" dirty="0">
              <a:solidFill>
                <a:srgbClr val="AFAABA"/>
              </a:solidFill>
            </a:endParaRPr>
          </a:p>
        </p:txBody>
      </p:sp>
      <p:sp>
        <p:nvSpPr>
          <p:cNvPr id="13" name="feature-number-3">
            <a:extLst>
              <a:ext uri="{FF2B5EF4-FFF2-40B4-BE49-F238E27FC236}">
                <a16:creationId xmlns:a16="http://schemas.microsoft.com/office/drawing/2014/main" id="{297BEE6C-C6D8-412D-B29C-9AB0884F16E5}"/>
              </a:ext>
            </a:extLst>
          </p:cNvPr>
          <p:cNvSpPr>
            <a:spLocks noGrp="1"/>
          </p:cNvSpPr>
          <p:nvPr/>
        </p:nvSpPr>
        <p:spPr>
          <a:xfrm>
            <a:off x="685800" y="4400550"/>
            <a:ext cx="476250" cy="400050"/>
          </a:xfrm>
          <a:prstGeom prst="rect">
            <a:avLst/>
          </a:prstGeom>
          <a:noFill/>
          <a:ln w="0">
            <a:noFill/>
          </a:ln>
        </p:spPr>
        <p:txBody>
          <a:bodyPr lIns="0" tIns="0" rIns="0" bIns="0"/>
          <a:lstStyle>
            <a:defPPr>
              <a:defRPr sz="1950" b="1">
                <a:solidFill>
                  <a:srgbClr val="B69CFF"/>
                </a:solidFill>
              </a:defRPr>
            </a:defPPr>
            <a:lvl1pPr>
              <a:buNone/>
              <a:defRPr sz="1950" b="1">
                <a:solidFill>
                  <a:srgbClr val="B69CFF"/>
                </a:solidFill>
              </a:defRPr>
            </a:lvl1pPr>
            <a:lvl2pPr>
              <a:buNone/>
              <a:defRPr sz="1950" b="1">
                <a:solidFill>
                  <a:srgbClr val="B69CFF"/>
                </a:solidFill>
              </a:defRPr>
            </a:lvl2pPr>
            <a:lvl3pPr>
              <a:buNone/>
              <a:defRPr sz="1950" b="1">
                <a:solidFill>
                  <a:srgbClr val="B69CFF"/>
                </a:solidFill>
              </a:defRPr>
            </a:lvl3pPr>
            <a:lvl4pPr>
              <a:buNone/>
              <a:defRPr sz="1950" b="1">
                <a:solidFill>
                  <a:srgbClr val="B69CFF"/>
                </a:solidFill>
              </a:defRPr>
            </a:lvl4pPr>
            <a:lvl5pPr>
              <a:buNone/>
              <a:defRPr sz="1950" b="1">
                <a:solidFill>
                  <a:srgbClr val="B69CFF"/>
                </a:solidFill>
              </a:defRPr>
            </a:lvl5pPr>
            <a:lvl6pPr>
              <a:buNone/>
              <a:defRPr sz="1950" b="1">
                <a:solidFill>
                  <a:srgbClr val="B69CFF"/>
                </a:solidFill>
              </a:defRPr>
            </a:lvl6pPr>
            <a:lvl7pPr>
              <a:buNone/>
              <a:defRPr sz="1950" b="1">
                <a:solidFill>
                  <a:srgbClr val="B69CFF"/>
                </a:solidFill>
              </a:defRPr>
            </a:lvl7pPr>
            <a:lvl8pPr>
              <a:buNone/>
              <a:defRPr sz="1950" b="1">
                <a:solidFill>
                  <a:srgbClr val="B69CFF"/>
                </a:solidFill>
              </a:defRPr>
            </a:lvl8pPr>
            <a:lvl9pPr>
              <a:buNone/>
              <a:defRPr sz="1950" b="1">
                <a:solidFill>
                  <a:srgbClr val="B69CFF"/>
                </a:solidFill>
              </a:defRPr>
            </a:lvl9pPr>
          </a:lstStyle>
          <a:p>
            <a:pPr>
              <a:buNone/>
              <a:defRPr sz="1950" b="1">
                <a:solidFill>
                  <a:srgbClr val="B69CFF"/>
                </a:solidFill>
              </a:defRPr>
            </a:pPr>
            <a:r>
              <a:rPr sz="1950" b="1">
                <a:solidFill>
                  <a:srgbClr val="B69CFF"/>
                </a:solidFill>
              </a:rPr>
              <a:t>04</a:t>
            </a:r>
          </a:p>
        </p:txBody>
      </p:sp>
      <p:sp>
        <p:nvSpPr>
          <p:cNvPr id="14" name="feature-title-3">
            <a:extLst>
              <a:ext uri="{FF2B5EF4-FFF2-40B4-BE49-F238E27FC236}">
                <a16:creationId xmlns:a16="http://schemas.microsoft.com/office/drawing/2014/main" id="{A9812A0D-22CB-4AD7-8846-42CB13AAF586}"/>
              </a:ext>
            </a:extLst>
          </p:cNvPr>
          <p:cNvSpPr>
            <a:spLocks noGrp="1"/>
          </p:cNvSpPr>
          <p:nvPr/>
        </p:nvSpPr>
        <p:spPr>
          <a:xfrm>
            <a:off x="1323975" y="4371975"/>
            <a:ext cx="4619625" cy="409575"/>
          </a:xfrm>
          <a:prstGeom prst="rect">
            <a:avLst/>
          </a:prstGeom>
          <a:noFill/>
          <a:ln w="0">
            <a:noFill/>
          </a:ln>
        </p:spPr>
        <p:txBody>
          <a:bodyPr lIns="0" tIns="0" rIns="0" bIns="0"/>
          <a:lstStyle>
            <a:defPPr>
              <a:defRPr sz="2400" b="1">
                <a:solidFill>
                  <a:srgbClr val="FFFFFF"/>
                </a:solidFill>
              </a:defRPr>
            </a:defPPr>
            <a:lvl1pPr>
              <a:buNone/>
              <a:defRPr sz="2400" b="1">
                <a:solidFill>
                  <a:srgbClr val="FFFFFF"/>
                </a:solidFill>
              </a:defRPr>
            </a:lvl1pPr>
            <a:lvl2pPr>
              <a:buNone/>
              <a:defRPr sz="2400" b="1">
                <a:solidFill>
                  <a:srgbClr val="FFFFFF"/>
                </a:solidFill>
              </a:defRPr>
            </a:lvl2pPr>
            <a:lvl3pPr>
              <a:buNone/>
              <a:defRPr sz="2400" b="1">
                <a:solidFill>
                  <a:srgbClr val="FFFFFF"/>
                </a:solidFill>
              </a:defRPr>
            </a:lvl3pPr>
            <a:lvl4pPr>
              <a:buNone/>
              <a:defRPr sz="2400" b="1">
                <a:solidFill>
                  <a:srgbClr val="FFFFFF"/>
                </a:solidFill>
              </a:defRPr>
            </a:lvl4pPr>
            <a:lvl5pPr>
              <a:buNone/>
              <a:defRPr sz="2400" b="1">
                <a:solidFill>
                  <a:srgbClr val="FFFFFF"/>
                </a:solidFill>
              </a:defRPr>
            </a:lvl5pPr>
            <a:lvl6pPr>
              <a:buNone/>
              <a:defRPr sz="2400" b="1">
                <a:solidFill>
                  <a:srgbClr val="FFFFFF"/>
                </a:solidFill>
              </a:defRPr>
            </a:lvl6pPr>
            <a:lvl7pPr>
              <a:buNone/>
              <a:defRPr sz="2400" b="1">
                <a:solidFill>
                  <a:srgbClr val="FFFFFF"/>
                </a:solidFill>
              </a:defRPr>
            </a:lvl7pPr>
            <a:lvl8pPr>
              <a:buNone/>
              <a:defRPr sz="2400" b="1">
                <a:solidFill>
                  <a:srgbClr val="FFFFFF"/>
                </a:solidFill>
              </a:defRPr>
            </a:lvl8pPr>
            <a:lvl9pPr>
              <a:buNone/>
              <a:defRPr sz="2400" b="1">
                <a:solidFill>
                  <a:srgbClr val="FFFFFF"/>
                </a:solidFill>
              </a:defRPr>
            </a:lvl9pPr>
          </a:lstStyle>
          <a:p>
            <a:pPr>
              <a:buNone/>
              <a:defRPr sz="2400" b="1">
                <a:solidFill>
                  <a:srgbClr val="FFFFFF"/>
                </a:solidFill>
              </a:defRPr>
            </a:pPr>
            <a:r>
              <a:rPr sz="2800" b="1" dirty="0">
                <a:solidFill>
                  <a:srgbClr val="FFFFFF"/>
                </a:solidFill>
              </a:rPr>
              <a:t>Video-Review</a:t>
            </a:r>
          </a:p>
        </p:txBody>
      </p:sp>
      <p:sp>
        <p:nvSpPr>
          <p:cNvPr id="15" name="feature-detail-3">
            <a:extLst>
              <a:ext uri="{FF2B5EF4-FFF2-40B4-BE49-F238E27FC236}">
                <a16:creationId xmlns:a16="http://schemas.microsoft.com/office/drawing/2014/main" id="{3B2ECAB4-A90A-4665-86A9-B66092CED4C9}"/>
              </a:ext>
            </a:extLst>
          </p:cNvPr>
          <p:cNvSpPr>
            <a:spLocks noGrp="1"/>
          </p:cNvSpPr>
          <p:nvPr/>
        </p:nvSpPr>
        <p:spPr>
          <a:xfrm>
            <a:off x="1323975" y="4752975"/>
            <a:ext cx="4638675" cy="342900"/>
          </a:xfrm>
          <a:prstGeom prst="rect">
            <a:avLst/>
          </a:prstGeom>
          <a:noFill/>
          <a:ln w="0">
            <a:noFill/>
          </a:ln>
        </p:spPr>
        <p:txBody>
          <a:bodyPr lIns="0" tIns="0" rIns="0" bIns="0"/>
          <a:lstStyle>
            <a:defPPr>
              <a:defRPr sz="1725" b="0">
                <a:solidFill>
                  <a:srgbClr val="AFAABA"/>
                </a:solidFill>
              </a:defRPr>
            </a:defPPr>
            <a:lvl1pPr>
              <a:buNone/>
              <a:defRPr sz="1725" b="0">
                <a:solidFill>
                  <a:srgbClr val="AFAABA"/>
                </a:solidFill>
              </a:defRPr>
            </a:lvl1pPr>
            <a:lvl2pPr>
              <a:buNone/>
              <a:defRPr sz="1725" b="0">
                <a:solidFill>
                  <a:srgbClr val="AFAABA"/>
                </a:solidFill>
              </a:defRPr>
            </a:lvl2pPr>
            <a:lvl3pPr>
              <a:buNone/>
              <a:defRPr sz="1725" b="0">
                <a:solidFill>
                  <a:srgbClr val="AFAABA"/>
                </a:solidFill>
              </a:defRPr>
            </a:lvl3pPr>
            <a:lvl4pPr>
              <a:buNone/>
              <a:defRPr sz="1725" b="0">
                <a:solidFill>
                  <a:srgbClr val="AFAABA"/>
                </a:solidFill>
              </a:defRPr>
            </a:lvl4pPr>
            <a:lvl5pPr>
              <a:buNone/>
              <a:defRPr sz="1725" b="0">
                <a:solidFill>
                  <a:srgbClr val="AFAABA"/>
                </a:solidFill>
              </a:defRPr>
            </a:lvl5pPr>
            <a:lvl6pPr>
              <a:buNone/>
              <a:defRPr sz="1725" b="0">
                <a:solidFill>
                  <a:srgbClr val="AFAABA"/>
                </a:solidFill>
              </a:defRPr>
            </a:lvl6pPr>
            <a:lvl7pPr>
              <a:buNone/>
              <a:defRPr sz="1725" b="0">
                <a:solidFill>
                  <a:srgbClr val="AFAABA"/>
                </a:solidFill>
              </a:defRPr>
            </a:lvl7pPr>
            <a:lvl8pPr>
              <a:buNone/>
              <a:defRPr sz="1725" b="0">
                <a:solidFill>
                  <a:srgbClr val="AFAABA"/>
                </a:solidFill>
              </a:defRPr>
            </a:lvl8pPr>
            <a:lvl9pPr>
              <a:buNone/>
              <a:defRPr sz="1725" b="0">
                <a:solidFill>
                  <a:srgbClr val="AFAABA"/>
                </a:solidFill>
              </a:defRPr>
            </a:lvl9pPr>
          </a:lstStyle>
          <a:p>
            <a:pPr>
              <a:buNone/>
              <a:defRPr sz="1725" b="0">
                <a:solidFill>
                  <a:srgbClr val="AFAABA"/>
                </a:solidFill>
              </a:defRPr>
            </a:pPr>
            <a:r>
              <a:rPr sz="2000" b="0" dirty="0" err="1">
                <a:solidFill>
                  <a:srgbClr val="AFAABA"/>
                </a:solidFill>
              </a:rPr>
              <a:t>Zeitmarken</a:t>
            </a:r>
            <a:r>
              <a:rPr sz="2000" b="0" dirty="0">
                <a:solidFill>
                  <a:srgbClr val="AFAABA"/>
                </a:solidFill>
              </a:rPr>
              <a:t> und </a:t>
            </a:r>
            <a:r>
              <a:rPr sz="2000" b="0" dirty="0" err="1">
                <a:solidFill>
                  <a:srgbClr val="AFAABA"/>
                </a:solidFill>
              </a:rPr>
              <a:t>konkrete</a:t>
            </a:r>
            <a:r>
              <a:rPr sz="2000" b="0" dirty="0">
                <a:solidFill>
                  <a:srgbClr val="AFAABA"/>
                </a:solidFill>
              </a:rPr>
              <a:t> </a:t>
            </a:r>
            <a:r>
              <a:rPr sz="2000" b="0" dirty="0" err="1">
                <a:solidFill>
                  <a:srgbClr val="AFAABA"/>
                </a:solidFill>
              </a:rPr>
              <a:t>Übungshinweise</a:t>
            </a:r>
            <a:endParaRPr sz="2000" b="0" dirty="0">
              <a:solidFill>
                <a:srgbClr val="AFAABA"/>
              </a:solidFill>
            </a:endParaRPr>
          </a:p>
        </p:txBody>
      </p:sp>
      <p:sp>
        <p:nvSpPr>
          <p:cNvPr id="16" name="feature-number-4">
            <a:extLst>
              <a:ext uri="{FF2B5EF4-FFF2-40B4-BE49-F238E27FC236}">
                <a16:creationId xmlns:a16="http://schemas.microsoft.com/office/drawing/2014/main" id="{11F4D203-BCBD-482A-8DCF-56154539D4EC}"/>
              </a:ext>
            </a:extLst>
          </p:cNvPr>
          <p:cNvSpPr>
            <a:spLocks noGrp="1"/>
          </p:cNvSpPr>
          <p:nvPr/>
        </p:nvSpPr>
        <p:spPr>
          <a:xfrm>
            <a:off x="685800" y="5191125"/>
            <a:ext cx="476250" cy="400050"/>
          </a:xfrm>
          <a:prstGeom prst="rect">
            <a:avLst/>
          </a:prstGeom>
          <a:noFill/>
          <a:ln w="0">
            <a:noFill/>
          </a:ln>
        </p:spPr>
        <p:txBody>
          <a:bodyPr lIns="0" tIns="0" rIns="0" bIns="0"/>
          <a:lstStyle>
            <a:defPPr>
              <a:defRPr sz="1950" b="1">
                <a:solidFill>
                  <a:srgbClr val="B69CFF"/>
                </a:solidFill>
              </a:defRPr>
            </a:defPPr>
            <a:lvl1pPr>
              <a:buNone/>
              <a:defRPr sz="1950" b="1">
                <a:solidFill>
                  <a:srgbClr val="B69CFF"/>
                </a:solidFill>
              </a:defRPr>
            </a:lvl1pPr>
            <a:lvl2pPr>
              <a:buNone/>
              <a:defRPr sz="1950" b="1">
                <a:solidFill>
                  <a:srgbClr val="B69CFF"/>
                </a:solidFill>
              </a:defRPr>
            </a:lvl2pPr>
            <a:lvl3pPr>
              <a:buNone/>
              <a:defRPr sz="1950" b="1">
                <a:solidFill>
                  <a:srgbClr val="B69CFF"/>
                </a:solidFill>
              </a:defRPr>
            </a:lvl3pPr>
            <a:lvl4pPr>
              <a:buNone/>
              <a:defRPr sz="1950" b="1">
                <a:solidFill>
                  <a:srgbClr val="B69CFF"/>
                </a:solidFill>
              </a:defRPr>
            </a:lvl4pPr>
            <a:lvl5pPr>
              <a:buNone/>
              <a:defRPr sz="1950" b="1">
                <a:solidFill>
                  <a:srgbClr val="B69CFF"/>
                </a:solidFill>
              </a:defRPr>
            </a:lvl5pPr>
            <a:lvl6pPr>
              <a:buNone/>
              <a:defRPr sz="1950" b="1">
                <a:solidFill>
                  <a:srgbClr val="B69CFF"/>
                </a:solidFill>
              </a:defRPr>
            </a:lvl6pPr>
            <a:lvl7pPr>
              <a:buNone/>
              <a:defRPr sz="1950" b="1">
                <a:solidFill>
                  <a:srgbClr val="B69CFF"/>
                </a:solidFill>
              </a:defRPr>
            </a:lvl7pPr>
            <a:lvl8pPr>
              <a:buNone/>
              <a:defRPr sz="1950" b="1">
                <a:solidFill>
                  <a:srgbClr val="B69CFF"/>
                </a:solidFill>
              </a:defRPr>
            </a:lvl8pPr>
            <a:lvl9pPr>
              <a:buNone/>
              <a:defRPr sz="1950" b="1">
                <a:solidFill>
                  <a:srgbClr val="B69CFF"/>
                </a:solidFill>
              </a:defRPr>
            </a:lvl9pPr>
          </a:lstStyle>
          <a:p>
            <a:pPr>
              <a:buNone/>
              <a:defRPr sz="1950" b="1">
                <a:solidFill>
                  <a:srgbClr val="B69CFF"/>
                </a:solidFill>
              </a:defRPr>
            </a:pPr>
            <a:r>
              <a:rPr sz="1950" b="1">
                <a:solidFill>
                  <a:srgbClr val="B69CFF"/>
                </a:solidFill>
              </a:rPr>
              <a:t>05</a:t>
            </a:r>
          </a:p>
        </p:txBody>
      </p:sp>
      <p:sp>
        <p:nvSpPr>
          <p:cNvPr id="17" name="feature-title-4">
            <a:extLst>
              <a:ext uri="{FF2B5EF4-FFF2-40B4-BE49-F238E27FC236}">
                <a16:creationId xmlns:a16="http://schemas.microsoft.com/office/drawing/2014/main" id="{728BB6D9-B68C-4847-9F72-C77894C01F16}"/>
              </a:ext>
            </a:extLst>
          </p:cNvPr>
          <p:cNvSpPr>
            <a:spLocks noGrp="1"/>
          </p:cNvSpPr>
          <p:nvPr/>
        </p:nvSpPr>
        <p:spPr>
          <a:xfrm>
            <a:off x="1323975" y="5162550"/>
            <a:ext cx="4619625" cy="409575"/>
          </a:xfrm>
          <a:prstGeom prst="rect">
            <a:avLst/>
          </a:prstGeom>
          <a:noFill/>
          <a:ln w="0">
            <a:noFill/>
          </a:ln>
        </p:spPr>
        <p:txBody>
          <a:bodyPr lIns="0" tIns="0" rIns="0" bIns="0"/>
          <a:lstStyle>
            <a:defPPr>
              <a:defRPr sz="2400" b="1">
                <a:solidFill>
                  <a:srgbClr val="FFFFFF"/>
                </a:solidFill>
              </a:defRPr>
            </a:defPPr>
            <a:lvl1pPr>
              <a:buNone/>
              <a:defRPr sz="2400" b="1">
                <a:solidFill>
                  <a:srgbClr val="FFFFFF"/>
                </a:solidFill>
              </a:defRPr>
            </a:lvl1pPr>
            <a:lvl2pPr>
              <a:buNone/>
              <a:defRPr sz="2400" b="1">
                <a:solidFill>
                  <a:srgbClr val="FFFFFF"/>
                </a:solidFill>
              </a:defRPr>
            </a:lvl2pPr>
            <a:lvl3pPr>
              <a:buNone/>
              <a:defRPr sz="2400" b="1">
                <a:solidFill>
                  <a:srgbClr val="FFFFFF"/>
                </a:solidFill>
              </a:defRPr>
            </a:lvl3pPr>
            <a:lvl4pPr>
              <a:buNone/>
              <a:defRPr sz="2400" b="1">
                <a:solidFill>
                  <a:srgbClr val="FFFFFF"/>
                </a:solidFill>
              </a:defRPr>
            </a:lvl4pPr>
            <a:lvl5pPr>
              <a:buNone/>
              <a:defRPr sz="2400" b="1">
                <a:solidFill>
                  <a:srgbClr val="FFFFFF"/>
                </a:solidFill>
              </a:defRPr>
            </a:lvl5pPr>
            <a:lvl6pPr>
              <a:buNone/>
              <a:defRPr sz="2400" b="1">
                <a:solidFill>
                  <a:srgbClr val="FFFFFF"/>
                </a:solidFill>
              </a:defRPr>
            </a:lvl6pPr>
            <a:lvl7pPr>
              <a:buNone/>
              <a:defRPr sz="2400" b="1">
                <a:solidFill>
                  <a:srgbClr val="FFFFFF"/>
                </a:solidFill>
              </a:defRPr>
            </a:lvl7pPr>
            <a:lvl8pPr>
              <a:buNone/>
              <a:defRPr sz="2400" b="1">
                <a:solidFill>
                  <a:srgbClr val="FFFFFF"/>
                </a:solidFill>
              </a:defRPr>
            </a:lvl8pPr>
            <a:lvl9pPr>
              <a:buNone/>
              <a:defRPr sz="2400" b="1">
                <a:solidFill>
                  <a:srgbClr val="FFFFFF"/>
                </a:solidFill>
              </a:defRPr>
            </a:lvl9pPr>
          </a:lstStyle>
          <a:p>
            <a:pPr>
              <a:buNone/>
              <a:defRPr sz="2400" b="1">
                <a:solidFill>
                  <a:srgbClr val="FFFFFF"/>
                </a:solidFill>
              </a:defRPr>
            </a:pPr>
            <a:r>
              <a:rPr sz="2800" b="1" dirty="0" err="1">
                <a:solidFill>
                  <a:srgbClr val="FFFFFF"/>
                </a:solidFill>
              </a:rPr>
              <a:t>Fragebot</a:t>
            </a:r>
            <a:endParaRPr sz="2400" b="1" dirty="0">
              <a:solidFill>
                <a:srgbClr val="FFFFFF"/>
              </a:solidFill>
            </a:endParaRPr>
          </a:p>
        </p:txBody>
      </p:sp>
      <p:sp>
        <p:nvSpPr>
          <p:cNvPr id="18" name="feature-detail-4">
            <a:extLst>
              <a:ext uri="{FF2B5EF4-FFF2-40B4-BE49-F238E27FC236}">
                <a16:creationId xmlns:a16="http://schemas.microsoft.com/office/drawing/2014/main" id="{3644799B-5E5F-4B01-8032-DCC389033B32}"/>
              </a:ext>
            </a:extLst>
          </p:cNvPr>
          <p:cNvSpPr>
            <a:spLocks noGrp="1"/>
          </p:cNvSpPr>
          <p:nvPr/>
        </p:nvSpPr>
        <p:spPr>
          <a:xfrm>
            <a:off x="1323975" y="5543550"/>
            <a:ext cx="4638675" cy="342900"/>
          </a:xfrm>
          <a:prstGeom prst="rect">
            <a:avLst/>
          </a:prstGeom>
          <a:noFill/>
          <a:ln w="0">
            <a:noFill/>
          </a:ln>
        </p:spPr>
        <p:txBody>
          <a:bodyPr lIns="0" tIns="0" rIns="0" bIns="0"/>
          <a:lstStyle>
            <a:defPPr>
              <a:defRPr sz="1725" b="0">
                <a:solidFill>
                  <a:srgbClr val="AFAABA"/>
                </a:solidFill>
              </a:defRPr>
            </a:defPPr>
            <a:lvl1pPr>
              <a:buNone/>
              <a:defRPr sz="1725" b="0">
                <a:solidFill>
                  <a:srgbClr val="AFAABA"/>
                </a:solidFill>
              </a:defRPr>
            </a:lvl1pPr>
            <a:lvl2pPr>
              <a:buNone/>
              <a:defRPr sz="1725" b="0">
                <a:solidFill>
                  <a:srgbClr val="AFAABA"/>
                </a:solidFill>
              </a:defRPr>
            </a:lvl2pPr>
            <a:lvl3pPr>
              <a:buNone/>
              <a:defRPr sz="1725" b="0">
                <a:solidFill>
                  <a:srgbClr val="AFAABA"/>
                </a:solidFill>
              </a:defRPr>
            </a:lvl3pPr>
            <a:lvl4pPr>
              <a:buNone/>
              <a:defRPr sz="1725" b="0">
                <a:solidFill>
                  <a:srgbClr val="AFAABA"/>
                </a:solidFill>
              </a:defRPr>
            </a:lvl4pPr>
            <a:lvl5pPr>
              <a:buNone/>
              <a:defRPr sz="1725" b="0">
                <a:solidFill>
                  <a:srgbClr val="AFAABA"/>
                </a:solidFill>
              </a:defRPr>
            </a:lvl5pPr>
            <a:lvl6pPr>
              <a:buNone/>
              <a:defRPr sz="1725" b="0">
                <a:solidFill>
                  <a:srgbClr val="AFAABA"/>
                </a:solidFill>
              </a:defRPr>
            </a:lvl6pPr>
            <a:lvl7pPr>
              <a:buNone/>
              <a:defRPr sz="1725" b="0">
                <a:solidFill>
                  <a:srgbClr val="AFAABA"/>
                </a:solidFill>
              </a:defRPr>
            </a:lvl7pPr>
            <a:lvl8pPr>
              <a:buNone/>
              <a:defRPr sz="1725" b="0">
                <a:solidFill>
                  <a:srgbClr val="AFAABA"/>
                </a:solidFill>
              </a:defRPr>
            </a:lvl8pPr>
            <a:lvl9pPr>
              <a:buNone/>
              <a:defRPr sz="1725" b="0">
                <a:solidFill>
                  <a:srgbClr val="AFAABA"/>
                </a:solidFill>
              </a:defRPr>
            </a:lvl9pPr>
          </a:lstStyle>
          <a:p>
            <a:pPr>
              <a:buNone/>
              <a:defRPr sz="1725" b="0">
                <a:solidFill>
                  <a:srgbClr val="AFAABA"/>
                </a:solidFill>
              </a:defRPr>
            </a:pPr>
            <a:r>
              <a:rPr sz="2000" b="0" dirty="0" err="1">
                <a:solidFill>
                  <a:srgbClr val="AFAABA"/>
                </a:solidFill>
              </a:rPr>
              <a:t>Rückfragen</a:t>
            </a:r>
            <a:r>
              <a:rPr sz="2000" b="0" dirty="0">
                <a:solidFill>
                  <a:srgbClr val="AFAABA"/>
                </a:solidFill>
              </a:rPr>
              <a:t> </a:t>
            </a:r>
            <a:r>
              <a:rPr sz="2000" b="0" dirty="0" err="1">
                <a:solidFill>
                  <a:srgbClr val="AFAABA"/>
                </a:solidFill>
              </a:rPr>
              <a:t>zum</a:t>
            </a:r>
            <a:r>
              <a:rPr sz="2000" b="0" dirty="0">
                <a:solidFill>
                  <a:srgbClr val="AFAABA"/>
                </a:solidFill>
              </a:rPr>
              <a:t> </a:t>
            </a:r>
            <a:r>
              <a:rPr sz="2000" b="0" dirty="0" err="1">
                <a:solidFill>
                  <a:srgbClr val="AFAABA"/>
                </a:solidFill>
              </a:rPr>
              <a:t>eigenen</a:t>
            </a:r>
            <a:r>
              <a:rPr sz="2000" b="0" dirty="0">
                <a:solidFill>
                  <a:srgbClr val="AFAABA"/>
                </a:solidFill>
              </a:rPr>
              <a:t> </a:t>
            </a:r>
            <a:r>
              <a:rPr sz="2000" b="0" dirty="0" err="1">
                <a:solidFill>
                  <a:srgbClr val="AFAABA"/>
                </a:solidFill>
              </a:rPr>
              <a:t>Vortrag</a:t>
            </a:r>
            <a:endParaRPr sz="2000" b="0" dirty="0">
              <a:solidFill>
                <a:srgbClr val="AFAABA"/>
              </a:solidFill>
            </a:endParaRPr>
          </a:p>
        </p:txBody>
      </p:sp>
      <p:pic>
        <p:nvPicPr>
          <p:cNvPr id="19" name="Grafik 18">
            <a:extLst>
              <a:ext uri="{FF2B5EF4-FFF2-40B4-BE49-F238E27FC236}">
                <a16:creationId xmlns:a16="http://schemas.microsoft.com/office/drawing/2014/main" id="{613EBE59-C25A-452A-B1A8-E158D1F93A04}"/>
              </a:ext>
            </a:extLst>
          </p:cNvPr>
          <p:cNvPicPr>
            <a:picLocks noChangeAspect="1"/>
          </p:cNvPicPr>
          <p:nvPr/>
        </p:nvPicPr>
        <p:blipFill>
          <a:blip r:embed="rId3"/>
          <a:stretch/>
        </p:blipFill>
        <p:spPr>
          <a:xfrm>
            <a:off x="5943600" y="1589314"/>
            <a:ext cx="6083096" cy="3423104"/>
          </a:xfrm>
          <a:prstGeom prst="rect">
            <a:avLst/>
          </a:prstGeom>
        </p:spPr>
      </p:pic>
      <p:sp>
        <p:nvSpPr>
          <p:cNvPr id="20" name="screenshot-label">
            <a:extLst>
              <a:ext uri="{FF2B5EF4-FFF2-40B4-BE49-F238E27FC236}">
                <a16:creationId xmlns:a16="http://schemas.microsoft.com/office/drawing/2014/main" id="{49C3DC17-5ECA-4552-B3FC-D945249E7B88}"/>
              </a:ext>
            </a:extLst>
          </p:cNvPr>
          <p:cNvSpPr>
            <a:spLocks noGrp="1"/>
          </p:cNvSpPr>
          <p:nvPr/>
        </p:nvSpPr>
        <p:spPr>
          <a:xfrm>
            <a:off x="6191250" y="5124450"/>
            <a:ext cx="5314950" cy="361950"/>
          </a:xfrm>
          <a:prstGeom prst="rect">
            <a:avLst/>
          </a:prstGeom>
          <a:noFill/>
          <a:ln w="0">
            <a:noFill/>
          </a:ln>
        </p:spPr>
        <p:txBody>
          <a:bodyPr lIns="0" tIns="0" rIns="0" bIns="0"/>
          <a:lstStyle>
            <a:defPPr>
              <a:defRPr sz="1725" b="0">
                <a:solidFill>
                  <a:srgbClr val="AFAABA"/>
                </a:solidFill>
              </a:defRPr>
            </a:defPPr>
            <a:lvl1pPr>
              <a:buNone/>
              <a:defRPr sz="1725" b="0">
                <a:solidFill>
                  <a:srgbClr val="AFAABA"/>
                </a:solidFill>
              </a:defRPr>
            </a:lvl1pPr>
            <a:lvl2pPr>
              <a:buNone/>
              <a:defRPr sz="1725" b="0">
                <a:solidFill>
                  <a:srgbClr val="AFAABA"/>
                </a:solidFill>
              </a:defRPr>
            </a:lvl2pPr>
            <a:lvl3pPr>
              <a:buNone/>
              <a:defRPr sz="1725" b="0">
                <a:solidFill>
                  <a:srgbClr val="AFAABA"/>
                </a:solidFill>
              </a:defRPr>
            </a:lvl3pPr>
            <a:lvl4pPr>
              <a:buNone/>
              <a:defRPr sz="1725" b="0">
                <a:solidFill>
                  <a:srgbClr val="AFAABA"/>
                </a:solidFill>
              </a:defRPr>
            </a:lvl4pPr>
            <a:lvl5pPr>
              <a:buNone/>
              <a:defRPr sz="1725" b="0">
                <a:solidFill>
                  <a:srgbClr val="AFAABA"/>
                </a:solidFill>
              </a:defRPr>
            </a:lvl5pPr>
            <a:lvl6pPr>
              <a:buNone/>
              <a:defRPr sz="1725" b="0">
                <a:solidFill>
                  <a:srgbClr val="AFAABA"/>
                </a:solidFill>
              </a:defRPr>
            </a:lvl6pPr>
            <a:lvl7pPr>
              <a:buNone/>
              <a:defRPr sz="1725" b="0">
                <a:solidFill>
                  <a:srgbClr val="AFAABA"/>
                </a:solidFill>
              </a:defRPr>
            </a:lvl7pPr>
            <a:lvl8pPr>
              <a:buNone/>
              <a:defRPr sz="1725" b="0">
                <a:solidFill>
                  <a:srgbClr val="AFAABA"/>
                </a:solidFill>
              </a:defRPr>
            </a:lvl8pPr>
            <a:lvl9pPr>
              <a:buNone/>
              <a:defRPr sz="1725" b="0">
                <a:solidFill>
                  <a:srgbClr val="AFAABA"/>
                </a:solidFill>
              </a:defRPr>
            </a:lvl9pPr>
          </a:lstStyle>
          <a:p>
            <a:pPr>
              <a:buNone/>
              <a:defRPr sz="1725" b="0">
                <a:solidFill>
                  <a:srgbClr val="AFAABA"/>
                </a:solidFill>
              </a:defRPr>
            </a:pPr>
            <a:r>
              <a:rPr sz="2000" b="0" dirty="0" err="1">
                <a:solidFill>
                  <a:srgbClr val="AFAABA"/>
                </a:solidFill>
              </a:rPr>
              <a:t>Beispielansicht</a:t>
            </a:r>
            <a:r>
              <a:rPr sz="2000" b="0" dirty="0">
                <a:solidFill>
                  <a:srgbClr val="AFAABA"/>
                </a:solidFill>
              </a:rPr>
              <a:t> </a:t>
            </a:r>
            <a:r>
              <a:rPr sz="2000" b="0" dirty="0" err="1">
                <a:solidFill>
                  <a:srgbClr val="AFAABA"/>
                </a:solidFill>
              </a:rPr>
              <a:t>mit</a:t>
            </a:r>
            <a:r>
              <a:rPr sz="2000" b="0" dirty="0">
                <a:solidFill>
                  <a:srgbClr val="AFAABA"/>
                </a:solidFill>
              </a:rPr>
              <a:t> </a:t>
            </a:r>
            <a:r>
              <a:rPr sz="2000" b="0" dirty="0" err="1">
                <a:solidFill>
                  <a:srgbClr val="AFAABA"/>
                </a:solidFill>
              </a:rPr>
              <a:t>synthetischen</a:t>
            </a:r>
            <a:r>
              <a:rPr sz="2000" b="0" dirty="0">
                <a:solidFill>
                  <a:srgbClr val="AFAABA"/>
                </a:solidFill>
              </a:rPr>
              <a:t> </a:t>
            </a:r>
            <a:r>
              <a:rPr sz="2000" b="0" dirty="0" err="1">
                <a:solidFill>
                  <a:srgbClr val="AFAABA"/>
                </a:solidFill>
              </a:rPr>
              <a:t>Daten</a:t>
            </a:r>
            <a:endParaRPr sz="2000" b="0" dirty="0">
              <a:solidFill>
                <a:srgbClr val="AFAABA"/>
              </a:solidFill>
            </a:endParaRPr>
          </a:p>
        </p:txBody>
      </p:sp>
      <p:sp>
        <p:nvSpPr>
          <p:cNvPr id="21" name="review-value">
            <a:extLst>
              <a:ext uri="{FF2B5EF4-FFF2-40B4-BE49-F238E27FC236}">
                <a16:creationId xmlns:a16="http://schemas.microsoft.com/office/drawing/2014/main" id="{63B10CFF-1375-4FBA-9D8D-70924BBFBF90}"/>
              </a:ext>
            </a:extLst>
          </p:cNvPr>
          <p:cNvSpPr>
            <a:spLocks noGrp="1"/>
          </p:cNvSpPr>
          <p:nvPr/>
        </p:nvSpPr>
        <p:spPr>
          <a:xfrm>
            <a:off x="6176735" y="5638800"/>
            <a:ext cx="6755493" cy="876300"/>
          </a:xfrm>
          <a:prstGeom prst="rect">
            <a:avLst/>
          </a:prstGeom>
          <a:noFill/>
          <a:ln w="0">
            <a:noFill/>
          </a:ln>
        </p:spPr>
        <p:txBody>
          <a:bodyPr lIns="0" tIns="0" rIns="0" bIns="0"/>
          <a:lstStyle>
            <a:defPPr>
              <a:defRPr sz="2550" b="1">
                <a:solidFill>
                  <a:srgbClr val="FFFFFF"/>
                </a:solidFill>
              </a:defRPr>
            </a:defPPr>
            <a:lvl1pPr>
              <a:buNone/>
              <a:defRPr sz="2550" b="1">
                <a:solidFill>
                  <a:srgbClr val="FFFFFF"/>
                </a:solidFill>
              </a:defRPr>
            </a:lvl1pPr>
            <a:lvl2pPr>
              <a:buNone/>
              <a:defRPr sz="2550" b="1">
                <a:solidFill>
                  <a:srgbClr val="FFFFFF"/>
                </a:solidFill>
              </a:defRPr>
            </a:lvl2pPr>
            <a:lvl3pPr>
              <a:buNone/>
              <a:defRPr sz="2550" b="1">
                <a:solidFill>
                  <a:srgbClr val="FFFFFF"/>
                </a:solidFill>
              </a:defRPr>
            </a:lvl3pPr>
            <a:lvl4pPr>
              <a:buNone/>
              <a:defRPr sz="2550" b="1">
                <a:solidFill>
                  <a:srgbClr val="FFFFFF"/>
                </a:solidFill>
              </a:defRPr>
            </a:lvl4pPr>
            <a:lvl5pPr>
              <a:buNone/>
              <a:defRPr sz="2550" b="1">
                <a:solidFill>
                  <a:srgbClr val="FFFFFF"/>
                </a:solidFill>
              </a:defRPr>
            </a:lvl5pPr>
            <a:lvl6pPr>
              <a:buNone/>
              <a:defRPr sz="2550" b="1">
                <a:solidFill>
                  <a:srgbClr val="FFFFFF"/>
                </a:solidFill>
              </a:defRPr>
            </a:lvl6pPr>
            <a:lvl7pPr>
              <a:buNone/>
              <a:defRPr sz="2550" b="1">
                <a:solidFill>
                  <a:srgbClr val="FFFFFF"/>
                </a:solidFill>
              </a:defRPr>
            </a:lvl7pPr>
            <a:lvl8pPr>
              <a:buNone/>
              <a:defRPr sz="2550" b="1">
                <a:solidFill>
                  <a:srgbClr val="FFFFFF"/>
                </a:solidFill>
              </a:defRPr>
            </a:lvl8pPr>
            <a:lvl9pPr>
              <a:buNone/>
              <a:defRPr sz="2550" b="1">
                <a:solidFill>
                  <a:srgbClr val="FFFFFF"/>
                </a:solidFill>
              </a:defRPr>
            </a:lvl9pPr>
          </a:lstStyle>
          <a:p>
            <a:pPr>
              <a:buNone/>
              <a:defRPr sz="2550" b="1">
                <a:solidFill>
                  <a:srgbClr val="FFFFFF"/>
                </a:solidFill>
              </a:defRPr>
            </a:pPr>
            <a:r>
              <a:rPr sz="2550" b="1" dirty="0">
                <a:solidFill>
                  <a:srgbClr val="FFFFFF"/>
                </a:solidFill>
              </a:rPr>
              <a:t>Feedback an </a:t>
            </a:r>
            <a:r>
              <a:rPr sz="2550" b="1" dirty="0" err="1">
                <a:solidFill>
                  <a:srgbClr val="FFFFFF"/>
                </a:solidFill>
              </a:rPr>
              <a:t>einer</a:t>
            </a:r>
            <a:r>
              <a:rPr lang="de-DE" dirty="0"/>
              <a:t> </a:t>
            </a:r>
            <a:r>
              <a:rPr sz="2550" b="1" dirty="0" err="1">
                <a:solidFill>
                  <a:srgbClr val="FFFFFF"/>
                </a:solidFill>
              </a:rPr>
              <a:t>konkreten</a:t>
            </a:r>
            <a:r>
              <a:rPr sz="2550" b="1" dirty="0">
                <a:solidFill>
                  <a:srgbClr val="FFFFFF"/>
                </a:solidFill>
              </a:rPr>
              <a:t> </a:t>
            </a:r>
            <a:r>
              <a:rPr sz="2550" b="1" dirty="0" err="1">
                <a:solidFill>
                  <a:srgbClr val="FFFFFF"/>
                </a:solidFill>
              </a:rPr>
              <a:t>Videostelle</a:t>
            </a:r>
            <a:endParaRPr sz="2550" b="1" dirty="0">
              <a:solidFill>
                <a:srgbClr val="FFFFFF"/>
              </a:solidFill>
            </a:endParaRPr>
          </a:p>
        </p:txBody>
      </p:sp>
    </p:spTree>
    <p:extLst>
      <p:ext uri="{BB962C8B-B14F-4D97-AF65-F5344CB8AC3E}">
        <p14:creationId xmlns:p14="http://schemas.microsoft.com/office/powerpoint/2010/main" val="1762469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9FC"/>
        </a:solidFill>
        <a:effectLst/>
      </p:bgPr>
    </p:bg>
    <p:spTree>
      <p:nvGrpSpPr>
        <p:cNvPr id="1" name=""/>
        <p:cNvGrpSpPr/>
        <p:nvPr/>
      </p:nvGrpSpPr>
      <p:grpSpPr>
        <a:xfrm>
          <a:off x="0" y="0"/>
          <a:ext cx="0" cy="0"/>
          <a:chOff x="0" y="0"/>
          <a:chExt cx="0" cy="0"/>
        </a:xfrm>
      </p:grpSpPr>
      <p:sp>
        <p:nvSpPr>
          <p:cNvPr id="2" name="ai-title">
            <a:extLst>
              <a:ext uri="{FF2B5EF4-FFF2-40B4-BE49-F238E27FC236}">
                <a16:creationId xmlns:a16="http://schemas.microsoft.com/office/drawing/2014/main" id="{6BEDC086-4D77-4BC2-955A-4DB24E4BB76D}"/>
              </a:ext>
            </a:extLst>
          </p:cNvPr>
          <p:cNvSpPr>
            <a:spLocks noGrp="1"/>
          </p:cNvSpPr>
          <p:nvPr/>
        </p:nvSpPr>
        <p:spPr>
          <a:xfrm>
            <a:off x="685800" y="581025"/>
            <a:ext cx="10820400" cy="857250"/>
          </a:xfrm>
          <a:prstGeom prst="rect">
            <a:avLst/>
          </a:prstGeom>
          <a:noFill/>
          <a:ln w="0">
            <a:noFill/>
          </a:ln>
        </p:spPr>
        <p:txBody>
          <a:bodyPr lIns="0" tIns="0" rIns="0" bIns="0"/>
          <a:lstStyle>
            <a:defPPr>
              <a:defRPr sz="4350" b="1">
                <a:solidFill>
                  <a:srgbClr val="181520"/>
                </a:solidFill>
              </a:defRPr>
            </a:defPPr>
            <a:lvl1pPr>
              <a:buNone/>
              <a:defRPr sz="4350" b="1">
                <a:solidFill>
                  <a:srgbClr val="181520"/>
                </a:solidFill>
              </a:defRPr>
            </a:lvl1pPr>
            <a:lvl2pPr>
              <a:buNone/>
              <a:defRPr sz="4350" b="1">
                <a:solidFill>
                  <a:srgbClr val="181520"/>
                </a:solidFill>
              </a:defRPr>
            </a:lvl2pPr>
            <a:lvl3pPr>
              <a:buNone/>
              <a:defRPr sz="4350" b="1">
                <a:solidFill>
                  <a:srgbClr val="181520"/>
                </a:solidFill>
              </a:defRPr>
            </a:lvl3pPr>
            <a:lvl4pPr>
              <a:buNone/>
              <a:defRPr sz="4350" b="1">
                <a:solidFill>
                  <a:srgbClr val="181520"/>
                </a:solidFill>
              </a:defRPr>
            </a:lvl4pPr>
            <a:lvl5pPr>
              <a:buNone/>
              <a:defRPr sz="4350" b="1">
                <a:solidFill>
                  <a:srgbClr val="181520"/>
                </a:solidFill>
              </a:defRPr>
            </a:lvl5pPr>
            <a:lvl6pPr>
              <a:buNone/>
              <a:defRPr sz="4350" b="1">
                <a:solidFill>
                  <a:srgbClr val="181520"/>
                </a:solidFill>
              </a:defRPr>
            </a:lvl6pPr>
            <a:lvl7pPr>
              <a:buNone/>
              <a:defRPr sz="4350" b="1">
                <a:solidFill>
                  <a:srgbClr val="181520"/>
                </a:solidFill>
              </a:defRPr>
            </a:lvl7pPr>
            <a:lvl8pPr>
              <a:buNone/>
              <a:defRPr sz="4350" b="1">
                <a:solidFill>
                  <a:srgbClr val="181520"/>
                </a:solidFill>
              </a:defRPr>
            </a:lvl8pPr>
            <a:lvl9pPr>
              <a:buNone/>
              <a:defRPr sz="4350" b="1">
                <a:solidFill>
                  <a:srgbClr val="181520"/>
                </a:solidFill>
              </a:defRPr>
            </a:lvl9pPr>
          </a:lstStyle>
          <a:p>
            <a:pPr>
              <a:buNone/>
              <a:defRPr sz="4350" b="1">
                <a:solidFill>
                  <a:srgbClr val="181520"/>
                </a:solidFill>
              </a:defRPr>
            </a:pPr>
            <a:r>
              <a:rPr sz="4800" b="1" dirty="0">
                <a:solidFill>
                  <a:srgbClr val="3702BF"/>
                </a:solidFill>
              </a:rPr>
              <a:t>Unser </a:t>
            </a:r>
            <a:r>
              <a:rPr sz="4800" b="1" dirty="0" err="1">
                <a:solidFill>
                  <a:srgbClr val="3702BF"/>
                </a:solidFill>
              </a:rPr>
              <a:t>Einsatz</a:t>
            </a:r>
            <a:r>
              <a:rPr sz="4800" b="1" dirty="0">
                <a:solidFill>
                  <a:srgbClr val="3702BF"/>
                </a:solidFill>
              </a:rPr>
              <a:t> von KI</a:t>
            </a:r>
          </a:p>
        </p:txBody>
      </p:sp>
      <p:sp>
        <p:nvSpPr>
          <p:cNvPr id="3" name="ai-product-heading">
            <a:extLst>
              <a:ext uri="{FF2B5EF4-FFF2-40B4-BE49-F238E27FC236}">
                <a16:creationId xmlns:a16="http://schemas.microsoft.com/office/drawing/2014/main" id="{BA5D3514-7682-4557-8BAE-3B78A270646D}"/>
              </a:ext>
            </a:extLst>
          </p:cNvPr>
          <p:cNvSpPr>
            <a:spLocks noGrp="1"/>
          </p:cNvSpPr>
          <p:nvPr/>
        </p:nvSpPr>
        <p:spPr>
          <a:xfrm>
            <a:off x="685800" y="1724025"/>
            <a:ext cx="4953000" cy="495300"/>
          </a:xfrm>
          <a:prstGeom prst="rect">
            <a:avLst/>
          </a:prstGeom>
          <a:noFill/>
          <a:ln w="0">
            <a:noFill/>
          </a:ln>
        </p:spPr>
        <p:txBody>
          <a:bodyPr lIns="0" tIns="0" rIns="0" bIns="0"/>
          <a:lstStyle>
            <a:defPPr>
              <a:defRPr sz="2625" b="1">
                <a:solidFill>
                  <a:srgbClr val="3803BF"/>
                </a:solidFill>
              </a:defRPr>
            </a:defPPr>
            <a:lvl1pPr>
              <a:buNone/>
              <a:defRPr sz="2625" b="1">
                <a:solidFill>
                  <a:srgbClr val="3803BF"/>
                </a:solidFill>
              </a:defRPr>
            </a:lvl1pPr>
            <a:lvl2pPr>
              <a:buNone/>
              <a:defRPr sz="2625" b="1">
                <a:solidFill>
                  <a:srgbClr val="3803BF"/>
                </a:solidFill>
              </a:defRPr>
            </a:lvl2pPr>
            <a:lvl3pPr>
              <a:buNone/>
              <a:defRPr sz="2625" b="1">
                <a:solidFill>
                  <a:srgbClr val="3803BF"/>
                </a:solidFill>
              </a:defRPr>
            </a:lvl3pPr>
            <a:lvl4pPr>
              <a:buNone/>
              <a:defRPr sz="2625" b="1">
                <a:solidFill>
                  <a:srgbClr val="3803BF"/>
                </a:solidFill>
              </a:defRPr>
            </a:lvl4pPr>
            <a:lvl5pPr>
              <a:buNone/>
              <a:defRPr sz="2625" b="1">
                <a:solidFill>
                  <a:srgbClr val="3803BF"/>
                </a:solidFill>
              </a:defRPr>
            </a:lvl5pPr>
            <a:lvl6pPr>
              <a:buNone/>
              <a:defRPr sz="2625" b="1">
                <a:solidFill>
                  <a:srgbClr val="3803BF"/>
                </a:solidFill>
              </a:defRPr>
            </a:lvl6pPr>
            <a:lvl7pPr>
              <a:buNone/>
              <a:defRPr sz="2625" b="1">
                <a:solidFill>
                  <a:srgbClr val="3803BF"/>
                </a:solidFill>
              </a:defRPr>
            </a:lvl7pPr>
            <a:lvl8pPr>
              <a:buNone/>
              <a:defRPr sz="2625" b="1">
                <a:solidFill>
                  <a:srgbClr val="3803BF"/>
                </a:solidFill>
              </a:defRPr>
            </a:lvl8pPr>
            <a:lvl9pPr>
              <a:buNone/>
              <a:defRPr sz="2625" b="1">
                <a:solidFill>
                  <a:srgbClr val="3803BF"/>
                </a:solidFill>
              </a:defRPr>
            </a:lvl9pPr>
          </a:lstStyle>
          <a:p>
            <a:pPr>
              <a:buNone/>
              <a:defRPr sz="2625" b="1">
                <a:solidFill>
                  <a:srgbClr val="3803BF"/>
                </a:solidFill>
              </a:defRPr>
            </a:pPr>
            <a:r>
              <a:rPr sz="2800" b="1" dirty="0" err="1">
                <a:solidFill>
                  <a:srgbClr val="3803BF"/>
                </a:solidFill>
              </a:rPr>
              <a:t>Im</a:t>
            </a:r>
            <a:r>
              <a:rPr sz="2800" b="1" dirty="0">
                <a:solidFill>
                  <a:srgbClr val="3803BF"/>
                </a:solidFill>
              </a:rPr>
              <a:t> </a:t>
            </a:r>
            <a:r>
              <a:rPr sz="2800" b="1" dirty="0" err="1">
                <a:solidFill>
                  <a:srgbClr val="3803BF"/>
                </a:solidFill>
              </a:rPr>
              <a:t>Produkt</a:t>
            </a:r>
            <a:endParaRPr sz="2800" b="1" dirty="0">
              <a:solidFill>
                <a:srgbClr val="3803BF"/>
              </a:solidFill>
            </a:endParaRPr>
          </a:p>
        </p:txBody>
      </p:sp>
      <p:sp>
        <p:nvSpPr>
          <p:cNvPr id="4" name="ai-product-0">
            <a:extLst>
              <a:ext uri="{FF2B5EF4-FFF2-40B4-BE49-F238E27FC236}">
                <a16:creationId xmlns:a16="http://schemas.microsoft.com/office/drawing/2014/main" id="{7568A304-6AE0-450B-8A7F-5557600AFE76}"/>
              </a:ext>
            </a:extLst>
          </p:cNvPr>
          <p:cNvSpPr>
            <a:spLocks noGrp="1"/>
          </p:cNvSpPr>
          <p:nvPr/>
        </p:nvSpPr>
        <p:spPr>
          <a:xfrm>
            <a:off x="685800" y="2428875"/>
            <a:ext cx="5095875" cy="371475"/>
          </a:xfrm>
          <a:prstGeom prst="rect">
            <a:avLst/>
          </a:prstGeom>
          <a:noFill/>
          <a:ln w="0">
            <a:noFill/>
          </a:ln>
        </p:spPr>
        <p:txBody>
          <a:bodyPr lIns="0" tIns="0" rIns="0" bIns="0"/>
          <a:lstStyle>
            <a:defPPr>
              <a:defRPr sz="1950" b="0">
                <a:solidFill>
                  <a:srgbClr val="35303F"/>
                </a:solidFill>
              </a:defRPr>
            </a:defPPr>
            <a:lvl1pPr>
              <a:buNone/>
              <a:defRPr sz="1950" b="0">
                <a:solidFill>
                  <a:srgbClr val="35303F"/>
                </a:solidFill>
              </a:defRPr>
            </a:lvl1pPr>
            <a:lvl2pPr>
              <a:buNone/>
              <a:defRPr sz="1950" b="0">
                <a:solidFill>
                  <a:srgbClr val="35303F"/>
                </a:solidFill>
              </a:defRPr>
            </a:lvl2pPr>
            <a:lvl3pPr>
              <a:buNone/>
              <a:defRPr sz="1950" b="0">
                <a:solidFill>
                  <a:srgbClr val="35303F"/>
                </a:solidFill>
              </a:defRPr>
            </a:lvl3pPr>
            <a:lvl4pPr>
              <a:buNone/>
              <a:defRPr sz="1950" b="0">
                <a:solidFill>
                  <a:srgbClr val="35303F"/>
                </a:solidFill>
              </a:defRPr>
            </a:lvl4pPr>
            <a:lvl5pPr>
              <a:buNone/>
              <a:defRPr sz="1950" b="0">
                <a:solidFill>
                  <a:srgbClr val="35303F"/>
                </a:solidFill>
              </a:defRPr>
            </a:lvl5pPr>
            <a:lvl6pPr>
              <a:buNone/>
              <a:defRPr sz="1950" b="0">
                <a:solidFill>
                  <a:srgbClr val="35303F"/>
                </a:solidFill>
              </a:defRPr>
            </a:lvl6pPr>
            <a:lvl7pPr>
              <a:buNone/>
              <a:defRPr sz="1950" b="0">
                <a:solidFill>
                  <a:srgbClr val="35303F"/>
                </a:solidFill>
              </a:defRPr>
            </a:lvl7pPr>
            <a:lvl8pPr>
              <a:buNone/>
              <a:defRPr sz="1950" b="0">
                <a:solidFill>
                  <a:srgbClr val="35303F"/>
                </a:solidFill>
              </a:defRPr>
            </a:lvl8pPr>
            <a:lvl9pPr>
              <a:buNone/>
              <a:defRPr sz="1950" b="0">
                <a:solidFill>
                  <a:srgbClr val="35303F"/>
                </a:solidFill>
              </a:defRPr>
            </a:lvl9pPr>
          </a:lstStyle>
          <a:p>
            <a:pPr>
              <a:buNone/>
              <a:defRPr sz="1950" b="0">
                <a:solidFill>
                  <a:srgbClr val="35303F"/>
                </a:solidFill>
              </a:defRPr>
            </a:pPr>
            <a:r>
              <a:rPr sz="2400" b="0" dirty="0" err="1">
                <a:solidFill>
                  <a:srgbClr val="35303F"/>
                </a:solidFill>
              </a:rPr>
              <a:t>MediaPipe</a:t>
            </a:r>
            <a:r>
              <a:rPr sz="2400" b="0" dirty="0">
                <a:solidFill>
                  <a:srgbClr val="35303F"/>
                </a:solidFill>
              </a:rPr>
              <a:t>: </a:t>
            </a:r>
            <a:r>
              <a:rPr sz="2400" b="0" dirty="0" err="1">
                <a:solidFill>
                  <a:srgbClr val="35303F"/>
                </a:solidFill>
              </a:rPr>
              <a:t>Körper</a:t>
            </a:r>
            <a:r>
              <a:rPr sz="2400" b="0" dirty="0">
                <a:solidFill>
                  <a:srgbClr val="35303F"/>
                </a:solidFill>
              </a:rPr>
              <a:t>- und </a:t>
            </a:r>
            <a:r>
              <a:rPr sz="2400" b="0" dirty="0" err="1">
                <a:solidFill>
                  <a:srgbClr val="35303F"/>
                </a:solidFill>
              </a:rPr>
              <a:t>Handpunkte</a:t>
            </a:r>
            <a:endParaRPr sz="2400" b="0" dirty="0">
              <a:solidFill>
                <a:srgbClr val="35303F"/>
              </a:solidFill>
            </a:endParaRPr>
          </a:p>
        </p:txBody>
      </p:sp>
      <p:sp>
        <p:nvSpPr>
          <p:cNvPr id="5" name="ai-product-1">
            <a:extLst>
              <a:ext uri="{FF2B5EF4-FFF2-40B4-BE49-F238E27FC236}">
                <a16:creationId xmlns:a16="http://schemas.microsoft.com/office/drawing/2014/main" id="{B28910B6-4159-40EE-B936-D9F5EEC1299D}"/>
              </a:ext>
            </a:extLst>
          </p:cNvPr>
          <p:cNvSpPr>
            <a:spLocks noGrp="1"/>
          </p:cNvSpPr>
          <p:nvPr/>
        </p:nvSpPr>
        <p:spPr>
          <a:xfrm>
            <a:off x="685800" y="2847975"/>
            <a:ext cx="5095875" cy="371475"/>
          </a:xfrm>
          <a:prstGeom prst="rect">
            <a:avLst/>
          </a:prstGeom>
          <a:noFill/>
          <a:ln w="0">
            <a:noFill/>
          </a:ln>
        </p:spPr>
        <p:txBody>
          <a:bodyPr lIns="0" tIns="0" rIns="0" bIns="0"/>
          <a:lstStyle>
            <a:defPPr>
              <a:defRPr sz="1950" b="0">
                <a:solidFill>
                  <a:srgbClr val="35303F"/>
                </a:solidFill>
              </a:defRPr>
            </a:defPPr>
            <a:lvl1pPr>
              <a:buNone/>
              <a:defRPr sz="1950" b="0">
                <a:solidFill>
                  <a:srgbClr val="35303F"/>
                </a:solidFill>
              </a:defRPr>
            </a:lvl1pPr>
            <a:lvl2pPr>
              <a:buNone/>
              <a:defRPr sz="1950" b="0">
                <a:solidFill>
                  <a:srgbClr val="35303F"/>
                </a:solidFill>
              </a:defRPr>
            </a:lvl2pPr>
            <a:lvl3pPr>
              <a:buNone/>
              <a:defRPr sz="1950" b="0">
                <a:solidFill>
                  <a:srgbClr val="35303F"/>
                </a:solidFill>
              </a:defRPr>
            </a:lvl3pPr>
            <a:lvl4pPr>
              <a:buNone/>
              <a:defRPr sz="1950" b="0">
                <a:solidFill>
                  <a:srgbClr val="35303F"/>
                </a:solidFill>
              </a:defRPr>
            </a:lvl4pPr>
            <a:lvl5pPr>
              <a:buNone/>
              <a:defRPr sz="1950" b="0">
                <a:solidFill>
                  <a:srgbClr val="35303F"/>
                </a:solidFill>
              </a:defRPr>
            </a:lvl5pPr>
            <a:lvl6pPr>
              <a:buNone/>
              <a:defRPr sz="1950" b="0">
                <a:solidFill>
                  <a:srgbClr val="35303F"/>
                </a:solidFill>
              </a:defRPr>
            </a:lvl6pPr>
            <a:lvl7pPr>
              <a:buNone/>
              <a:defRPr sz="1950" b="0">
                <a:solidFill>
                  <a:srgbClr val="35303F"/>
                </a:solidFill>
              </a:defRPr>
            </a:lvl7pPr>
            <a:lvl8pPr>
              <a:buNone/>
              <a:defRPr sz="1950" b="0">
                <a:solidFill>
                  <a:srgbClr val="35303F"/>
                </a:solidFill>
              </a:defRPr>
            </a:lvl8pPr>
            <a:lvl9pPr>
              <a:buNone/>
              <a:defRPr sz="1950" b="0">
                <a:solidFill>
                  <a:srgbClr val="35303F"/>
                </a:solidFill>
              </a:defRPr>
            </a:lvl9pPr>
          </a:lstStyle>
          <a:p>
            <a:pPr>
              <a:buNone/>
              <a:defRPr sz="1950" b="0">
                <a:solidFill>
                  <a:srgbClr val="35303F"/>
                </a:solidFill>
              </a:defRPr>
            </a:pPr>
            <a:r>
              <a:rPr sz="2400" b="0" dirty="0">
                <a:solidFill>
                  <a:srgbClr val="35303F"/>
                </a:solidFill>
              </a:rPr>
              <a:t>Whisper / </a:t>
            </a:r>
            <a:r>
              <a:rPr sz="2400" b="0" dirty="0" err="1">
                <a:solidFill>
                  <a:srgbClr val="35303F"/>
                </a:solidFill>
              </a:rPr>
              <a:t>Deepgram</a:t>
            </a:r>
            <a:r>
              <a:rPr sz="2400" b="0" dirty="0">
                <a:solidFill>
                  <a:srgbClr val="35303F"/>
                </a:solidFill>
              </a:rPr>
              <a:t>: </a:t>
            </a:r>
            <a:r>
              <a:rPr sz="2400" b="0" dirty="0" err="1">
                <a:solidFill>
                  <a:srgbClr val="35303F"/>
                </a:solidFill>
              </a:rPr>
              <a:t>Transkription</a:t>
            </a:r>
            <a:endParaRPr sz="2400" b="0" dirty="0">
              <a:solidFill>
                <a:srgbClr val="35303F"/>
              </a:solidFill>
            </a:endParaRPr>
          </a:p>
        </p:txBody>
      </p:sp>
      <p:sp>
        <p:nvSpPr>
          <p:cNvPr id="6" name="ai-product-2">
            <a:extLst>
              <a:ext uri="{FF2B5EF4-FFF2-40B4-BE49-F238E27FC236}">
                <a16:creationId xmlns:a16="http://schemas.microsoft.com/office/drawing/2014/main" id="{9C4D3A2A-C8D3-4DE8-9CFB-84DD9D94A628}"/>
              </a:ext>
            </a:extLst>
          </p:cNvPr>
          <p:cNvSpPr>
            <a:spLocks noGrp="1"/>
          </p:cNvSpPr>
          <p:nvPr/>
        </p:nvSpPr>
        <p:spPr>
          <a:xfrm>
            <a:off x="685800" y="3267075"/>
            <a:ext cx="5095875" cy="371475"/>
          </a:xfrm>
          <a:prstGeom prst="rect">
            <a:avLst/>
          </a:prstGeom>
          <a:noFill/>
          <a:ln w="0">
            <a:noFill/>
          </a:ln>
        </p:spPr>
        <p:txBody>
          <a:bodyPr lIns="0" tIns="0" rIns="0" bIns="0"/>
          <a:lstStyle>
            <a:defPPr>
              <a:defRPr sz="1950" b="0">
                <a:solidFill>
                  <a:srgbClr val="35303F"/>
                </a:solidFill>
              </a:defRPr>
            </a:defPPr>
            <a:lvl1pPr>
              <a:buNone/>
              <a:defRPr sz="1950" b="0">
                <a:solidFill>
                  <a:srgbClr val="35303F"/>
                </a:solidFill>
              </a:defRPr>
            </a:lvl1pPr>
            <a:lvl2pPr>
              <a:buNone/>
              <a:defRPr sz="1950" b="0">
                <a:solidFill>
                  <a:srgbClr val="35303F"/>
                </a:solidFill>
              </a:defRPr>
            </a:lvl2pPr>
            <a:lvl3pPr>
              <a:buNone/>
              <a:defRPr sz="1950" b="0">
                <a:solidFill>
                  <a:srgbClr val="35303F"/>
                </a:solidFill>
              </a:defRPr>
            </a:lvl3pPr>
            <a:lvl4pPr>
              <a:buNone/>
              <a:defRPr sz="1950" b="0">
                <a:solidFill>
                  <a:srgbClr val="35303F"/>
                </a:solidFill>
              </a:defRPr>
            </a:lvl4pPr>
            <a:lvl5pPr>
              <a:buNone/>
              <a:defRPr sz="1950" b="0">
                <a:solidFill>
                  <a:srgbClr val="35303F"/>
                </a:solidFill>
              </a:defRPr>
            </a:lvl5pPr>
            <a:lvl6pPr>
              <a:buNone/>
              <a:defRPr sz="1950" b="0">
                <a:solidFill>
                  <a:srgbClr val="35303F"/>
                </a:solidFill>
              </a:defRPr>
            </a:lvl6pPr>
            <a:lvl7pPr>
              <a:buNone/>
              <a:defRPr sz="1950" b="0">
                <a:solidFill>
                  <a:srgbClr val="35303F"/>
                </a:solidFill>
              </a:defRPr>
            </a:lvl7pPr>
            <a:lvl8pPr>
              <a:buNone/>
              <a:defRPr sz="1950" b="0">
                <a:solidFill>
                  <a:srgbClr val="35303F"/>
                </a:solidFill>
              </a:defRPr>
            </a:lvl8pPr>
            <a:lvl9pPr>
              <a:buNone/>
              <a:defRPr sz="1950" b="0">
                <a:solidFill>
                  <a:srgbClr val="35303F"/>
                </a:solidFill>
              </a:defRPr>
            </a:lvl9pPr>
          </a:lstStyle>
          <a:p>
            <a:pPr>
              <a:buNone/>
              <a:defRPr sz="1950" b="0">
                <a:solidFill>
                  <a:srgbClr val="35303F"/>
                </a:solidFill>
              </a:defRPr>
            </a:pPr>
            <a:r>
              <a:rPr sz="2400" b="0" dirty="0">
                <a:solidFill>
                  <a:srgbClr val="35303F"/>
                </a:solidFill>
              </a:rPr>
              <a:t>Embeddings: </a:t>
            </a:r>
            <a:r>
              <a:rPr sz="2400" b="0" dirty="0" err="1">
                <a:solidFill>
                  <a:srgbClr val="35303F"/>
                </a:solidFill>
              </a:rPr>
              <a:t>passende</a:t>
            </a:r>
            <a:r>
              <a:rPr sz="2400" b="0" dirty="0">
                <a:solidFill>
                  <a:srgbClr val="35303F"/>
                </a:solidFill>
              </a:rPr>
              <a:t> </a:t>
            </a:r>
            <a:r>
              <a:rPr sz="2400" b="0" dirty="0" err="1">
                <a:solidFill>
                  <a:srgbClr val="35303F"/>
                </a:solidFill>
              </a:rPr>
              <a:t>Quellenstellen</a:t>
            </a:r>
            <a:endParaRPr sz="2400" b="0" dirty="0">
              <a:solidFill>
                <a:srgbClr val="35303F"/>
              </a:solidFill>
            </a:endParaRPr>
          </a:p>
        </p:txBody>
      </p:sp>
      <p:sp>
        <p:nvSpPr>
          <p:cNvPr id="7" name="ai-product-3">
            <a:extLst>
              <a:ext uri="{FF2B5EF4-FFF2-40B4-BE49-F238E27FC236}">
                <a16:creationId xmlns:a16="http://schemas.microsoft.com/office/drawing/2014/main" id="{DED8FAE9-6BC6-49E9-88E6-7E4D4961D264}"/>
              </a:ext>
            </a:extLst>
          </p:cNvPr>
          <p:cNvSpPr>
            <a:spLocks noGrp="1"/>
          </p:cNvSpPr>
          <p:nvPr/>
        </p:nvSpPr>
        <p:spPr>
          <a:xfrm>
            <a:off x="685800" y="3686175"/>
            <a:ext cx="5095875" cy="371475"/>
          </a:xfrm>
          <a:prstGeom prst="rect">
            <a:avLst/>
          </a:prstGeom>
          <a:noFill/>
          <a:ln w="0">
            <a:noFill/>
          </a:ln>
        </p:spPr>
        <p:txBody>
          <a:bodyPr lIns="0" tIns="0" rIns="0" bIns="0"/>
          <a:lstStyle>
            <a:defPPr>
              <a:defRPr sz="1950" b="0">
                <a:solidFill>
                  <a:srgbClr val="35303F"/>
                </a:solidFill>
              </a:defRPr>
            </a:defPPr>
            <a:lvl1pPr>
              <a:buNone/>
              <a:defRPr sz="1950" b="0">
                <a:solidFill>
                  <a:srgbClr val="35303F"/>
                </a:solidFill>
              </a:defRPr>
            </a:lvl1pPr>
            <a:lvl2pPr>
              <a:buNone/>
              <a:defRPr sz="1950" b="0">
                <a:solidFill>
                  <a:srgbClr val="35303F"/>
                </a:solidFill>
              </a:defRPr>
            </a:lvl2pPr>
            <a:lvl3pPr>
              <a:buNone/>
              <a:defRPr sz="1950" b="0">
                <a:solidFill>
                  <a:srgbClr val="35303F"/>
                </a:solidFill>
              </a:defRPr>
            </a:lvl3pPr>
            <a:lvl4pPr>
              <a:buNone/>
              <a:defRPr sz="1950" b="0">
                <a:solidFill>
                  <a:srgbClr val="35303F"/>
                </a:solidFill>
              </a:defRPr>
            </a:lvl4pPr>
            <a:lvl5pPr>
              <a:buNone/>
              <a:defRPr sz="1950" b="0">
                <a:solidFill>
                  <a:srgbClr val="35303F"/>
                </a:solidFill>
              </a:defRPr>
            </a:lvl5pPr>
            <a:lvl6pPr>
              <a:buNone/>
              <a:defRPr sz="1950" b="0">
                <a:solidFill>
                  <a:srgbClr val="35303F"/>
                </a:solidFill>
              </a:defRPr>
            </a:lvl6pPr>
            <a:lvl7pPr>
              <a:buNone/>
              <a:defRPr sz="1950" b="0">
                <a:solidFill>
                  <a:srgbClr val="35303F"/>
                </a:solidFill>
              </a:defRPr>
            </a:lvl7pPr>
            <a:lvl8pPr>
              <a:buNone/>
              <a:defRPr sz="1950" b="0">
                <a:solidFill>
                  <a:srgbClr val="35303F"/>
                </a:solidFill>
              </a:defRPr>
            </a:lvl8pPr>
            <a:lvl9pPr>
              <a:buNone/>
              <a:defRPr sz="1950" b="0">
                <a:solidFill>
                  <a:srgbClr val="35303F"/>
                </a:solidFill>
              </a:defRPr>
            </a:lvl9pPr>
          </a:lstStyle>
          <a:p>
            <a:pPr>
              <a:buNone/>
              <a:defRPr sz="1950" b="0">
                <a:solidFill>
                  <a:srgbClr val="35303F"/>
                </a:solidFill>
              </a:defRPr>
            </a:pPr>
            <a:r>
              <a:rPr sz="2400" b="0" dirty="0">
                <a:solidFill>
                  <a:srgbClr val="35303F"/>
                </a:solidFill>
              </a:rPr>
              <a:t>Gemini: </a:t>
            </a:r>
            <a:r>
              <a:rPr sz="2400" b="0" dirty="0" err="1">
                <a:solidFill>
                  <a:srgbClr val="35303F"/>
                </a:solidFill>
              </a:rPr>
              <a:t>Quellenvergleich</a:t>
            </a:r>
            <a:r>
              <a:rPr sz="2400" b="0" dirty="0">
                <a:solidFill>
                  <a:srgbClr val="35303F"/>
                </a:solidFill>
              </a:rPr>
              <a:t> und </a:t>
            </a:r>
            <a:r>
              <a:rPr sz="2400" b="0" dirty="0" err="1">
                <a:solidFill>
                  <a:srgbClr val="35303F"/>
                </a:solidFill>
              </a:rPr>
              <a:t>Fragen</a:t>
            </a:r>
            <a:endParaRPr sz="2400" b="0" dirty="0">
              <a:solidFill>
                <a:srgbClr val="35303F"/>
              </a:solidFill>
            </a:endParaRPr>
          </a:p>
        </p:txBody>
      </p:sp>
      <p:sp>
        <p:nvSpPr>
          <p:cNvPr id="8" name="ai-product-4">
            <a:extLst>
              <a:ext uri="{FF2B5EF4-FFF2-40B4-BE49-F238E27FC236}">
                <a16:creationId xmlns:a16="http://schemas.microsoft.com/office/drawing/2014/main" id="{628D6628-8A22-495B-88A5-6DBDC76C5837}"/>
              </a:ext>
            </a:extLst>
          </p:cNvPr>
          <p:cNvSpPr>
            <a:spLocks noGrp="1"/>
          </p:cNvSpPr>
          <p:nvPr/>
        </p:nvSpPr>
        <p:spPr>
          <a:xfrm>
            <a:off x="685800" y="4105275"/>
            <a:ext cx="5095875" cy="371475"/>
          </a:xfrm>
          <a:prstGeom prst="rect">
            <a:avLst/>
          </a:prstGeom>
          <a:noFill/>
          <a:ln w="0">
            <a:noFill/>
          </a:ln>
        </p:spPr>
        <p:txBody>
          <a:bodyPr lIns="0" tIns="0" rIns="0" bIns="0"/>
          <a:lstStyle>
            <a:defPPr>
              <a:defRPr sz="1950" b="0">
                <a:solidFill>
                  <a:srgbClr val="35303F"/>
                </a:solidFill>
              </a:defRPr>
            </a:defPPr>
            <a:lvl1pPr>
              <a:buNone/>
              <a:defRPr sz="1950" b="0">
                <a:solidFill>
                  <a:srgbClr val="35303F"/>
                </a:solidFill>
              </a:defRPr>
            </a:lvl1pPr>
            <a:lvl2pPr>
              <a:buNone/>
              <a:defRPr sz="1950" b="0">
                <a:solidFill>
                  <a:srgbClr val="35303F"/>
                </a:solidFill>
              </a:defRPr>
            </a:lvl2pPr>
            <a:lvl3pPr>
              <a:buNone/>
              <a:defRPr sz="1950" b="0">
                <a:solidFill>
                  <a:srgbClr val="35303F"/>
                </a:solidFill>
              </a:defRPr>
            </a:lvl3pPr>
            <a:lvl4pPr>
              <a:buNone/>
              <a:defRPr sz="1950" b="0">
                <a:solidFill>
                  <a:srgbClr val="35303F"/>
                </a:solidFill>
              </a:defRPr>
            </a:lvl4pPr>
            <a:lvl5pPr>
              <a:buNone/>
              <a:defRPr sz="1950" b="0">
                <a:solidFill>
                  <a:srgbClr val="35303F"/>
                </a:solidFill>
              </a:defRPr>
            </a:lvl5pPr>
            <a:lvl6pPr>
              <a:buNone/>
              <a:defRPr sz="1950" b="0">
                <a:solidFill>
                  <a:srgbClr val="35303F"/>
                </a:solidFill>
              </a:defRPr>
            </a:lvl6pPr>
            <a:lvl7pPr>
              <a:buNone/>
              <a:defRPr sz="1950" b="0">
                <a:solidFill>
                  <a:srgbClr val="35303F"/>
                </a:solidFill>
              </a:defRPr>
            </a:lvl7pPr>
            <a:lvl8pPr>
              <a:buNone/>
              <a:defRPr sz="1950" b="0">
                <a:solidFill>
                  <a:srgbClr val="35303F"/>
                </a:solidFill>
              </a:defRPr>
            </a:lvl8pPr>
            <a:lvl9pPr>
              <a:buNone/>
              <a:defRPr sz="1950" b="0">
                <a:solidFill>
                  <a:srgbClr val="35303F"/>
                </a:solidFill>
              </a:defRPr>
            </a:lvl9pPr>
          </a:lstStyle>
          <a:p>
            <a:pPr>
              <a:buNone/>
              <a:defRPr sz="1950" b="0">
                <a:solidFill>
                  <a:srgbClr val="35303F"/>
                </a:solidFill>
              </a:defRPr>
            </a:pPr>
            <a:r>
              <a:rPr sz="2400" b="0" dirty="0" err="1">
                <a:solidFill>
                  <a:srgbClr val="35303F"/>
                </a:solidFill>
              </a:rPr>
              <a:t>ElevenLabs</a:t>
            </a:r>
            <a:r>
              <a:rPr sz="2400" b="0" dirty="0">
                <a:solidFill>
                  <a:srgbClr val="35303F"/>
                </a:solidFill>
              </a:rPr>
              <a:t>: </a:t>
            </a:r>
            <a:r>
              <a:rPr sz="2400" b="0" dirty="0" err="1">
                <a:solidFill>
                  <a:srgbClr val="35303F"/>
                </a:solidFill>
              </a:rPr>
              <a:t>gesprochener</a:t>
            </a:r>
            <a:r>
              <a:rPr sz="2400" b="0" dirty="0">
                <a:solidFill>
                  <a:srgbClr val="35303F"/>
                </a:solidFill>
              </a:rPr>
              <a:t> Dialog</a:t>
            </a:r>
          </a:p>
        </p:txBody>
      </p:sp>
      <p:sp>
        <p:nvSpPr>
          <p:cNvPr id="9" name="ai-dev-heading">
            <a:extLst>
              <a:ext uri="{FF2B5EF4-FFF2-40B4-BE49-F238E27FC236}">
                <a16:creationId xmlns:a16="http://schemas.microsoft.com/office/drawing/2014/main" id="{0DF5515E-30EC-4326-8F08-4F1302C10CBE}"/>
              </a:ext>
            </a:extLst>
          </p:cNvPr>
          <p:cNvSpPr>
            <a:spLocks noGrp="1"/>
          </p:cNvSpPr>
          <p:nvPr/>
        </p:nvSpPr>
        <p:spPr>
          <a:xfrm>
            <a:off x="6477000" y="1724025"/>
            <a:ext cx="5029200" cy="495300"/>
          </a:xfrm>
          <a:prstGeom prst="rect">
            <a:avLst/>
          </a:prstGeom>
          <a:noFill/>
          <a:ln w="0">
            <a:noFill/>
          </a:ln>
        </p:spPr>
        <p:txBody>
          <a:bodyPr lIns="0" tIns="0" rIns="0" bIns="0"/>
          <a:lstStyle>
            <a:defPPr>
              <a:defRPr sz="2625" b="1">
                <a:solidFill>
                  <a:srgbClr val="3803BF"/>
                </a:solidFill>
              </a:defRPr>
            </a:defPPr>
            <a:lvl1pPr>
              <a:buNone/>
              <a:defRPr sz="2625" b="1">
                <a:solidFill>
                  <a:srgbClr val="3803BF"/>
                </a:solidFill>
              </a:defRPr>
            </a:lvl1pPr>
            <a:lvl2pPr>
              <a:buNone/>
              <a:defRPr sz="2625" b="1">
                <a:solidFill>
                  <a:srgbClr val="3803BF"/>
                </a:solidFill>
              </a:defRPr>
            </a:lvl2pPr>
            <a:lvl3pPr>
              <a:buNone/>
              <a:defRPr sz="2625" b="1">
                <a:solidFill>
                  <a:srgbClr val="3803BF"/>
                </a:solidFill>
              </a:defRPr>
            </a:lvl3pPr>
            <a:lvl4pPr>
              <a:buNone/>
              <a:defRPr sz="2625" b="1">
                <a:solidFill>
                  <a:srgbClr val="3803BF"/>
                </a:solidFill>
              </a:defRPr>
            </a:lvl4pPr>
            <a:lvl5pPr>
              <a:buNone/>
              <a:defRPr sz="2625" b="1">
                <a:solidFill>
                  <a:srgbClr val="3803BF"/>
                </a:solidFill>
              </a:defRPr>
            </a:lvl5pPr>
            <a:lvl6pPr>
              <a:buNone/>
              <a:defRPr sz="2625" b="1">
                <a:solidFill>
                  <a:srgbClr val="3803BF"/>
                </a:solidFill>
              </a:defRPr>
            </a:lvl6pPr>
            <a:lvl7pPr>
              <a:buNone/>
              <a:defRPr sz="2625" b="1">
                <a:solidFill>
                  <a:srgbClr val="3803BF"/>
                </a:solidFill>
              </a:defRPr>
            </a:lvl7pPr>
            <a:lvl8pPr>
              <a:buNone/>
              <a:defRPr sz="2625" b="1">
                <a:solidFill>
                  <a:srgbClr val="3803BF"/>
                </a:solidFill>
              </a:defRPr>
            </a:lvl8pPr>
            <a:lvl9pPr>
              <a:buNone/>
              <a:defRPr sz="2625" b="1">
                <a:solidFill>
                  <a:srgbClr val="3803BF"/>
                </a:solidFill>
              </a:defRPr>
            </a:lvl9pPr>
          </a:lstStyle>
          <a:p>
            <a:pPr>
              <a:buNone/>
              <a:defRPr sz="2625" b="1">
                <a:solidFill>
                  <a:srgbClr val="3803BF"/>
                </a:solidFill>
              </a:defRPr>
            </a:pPr>
            <a:r>
              <a:rPr lang="de-DE" sz="2800" dirty="0"/>
              <a:t>In</a:t>
            </a:r>
            <a:r>
              <a:rPr sz="2800" b="1" dirty="0">
                <a:solidFill>
                  <a:srgbClr val="3803BF"/>
                </a:solidFill>
              </a:rPr>
              <a:t> der </a:t>
            </a:r>
            <a:r>
              <a:rPr sz="2800" b="1" dirty="0" err="1">
                <a:solidFill>
                  <a:srgbClr val="3803BF"/>
                </a:solidFill>
              </a:rPr>
              <a:t>Entwicklung</a:t>
            </a:r>
            <a:endParaRPr sz="2800" b="1" dirty="0">
              <a:solidFill>
                <a:srgbClr val="3803BF"/>
              </a:solidFill>
            </a:endParaRPr>
          </a:p>
        </p:txBody>
      </p:sp>
      <p:sp>
        <p:nvSpPr>
          <p:cNvPr id="10" name="coding-tools">
            <a:extLst>
              <a:ext uri="{FF2B5EF4-FFF2-40B4-BE49-F238E27FC236}">
                <a16:creationId xmlns:a16="http://schemas.microsoft.com/office/drawing/2014/main" id="{26F06666-676E-4E7C-AB84-3EBF3ECEE190}"/>
              </a:ext>
            </a:extLst>
          </p:cNvPr>
          <p:cNvSpPr>
            <a:spLocks noGrp="1"/>
          </p:cNvSpPr>
          <p:nvPr/>
        </p:nvSpPr>
        <p:spPr>
          <a:xfrm>
            <a:off x="6477000" y="2428875"/>
            <a:ext cx="5029200" cy="400050"/>
          </a:xfrm>
          <a:prstGeom prst="rect">
            <a:avLst/>
          </a:prstGeom>
          <a:noFill/>
          <a:ln w="0">
            <a:noFill/>
          </a:ln>
        </p:spPr>
        <p:txBody>
          <a:bodyPr lIns="0" tIns="0" rIns="0" bIns="0"/>
          <a:lstStyle>
            <a:defPPr>
              <a:defRPr sz="2175" b="1">
                <a:solidFill>
                  <a:srgbClr val="181520"/>
                </a:solidFill>
              </a:defRPr>
            </a:defPPr>
            <a:lvl1pPr>
              <a:buNone/>
              <a:defRPr sz="2175" b="1">
                <a:solidFill>
                  <a:srgbClr val="181520"/>
                </a:solidFill>
              </a:defRPr>
            </a:lvl1pPr>
            <a:lvl2pPr>
              <a:buNone/>
              <a:defRPr sz="2175" b="1">
                <a:solidFill>
                  <a:srgbClr val="181520"/>
                </a:solidFill>
              </a:defRPr>
            </a:lvl2pPr>
            <a:lvl3pPr>
              <a:buNone/>
              <a:defRPr sz="2175" b="1">
                <a:solidFill>
                  <a:srgbClr val="181520"/>
                </a:solidFill>
              </a:defRPr>
            </a:lvl3pPr>
            <a:lvl4pPr>
              <a:buNone/>
              <a:defRPr sz="2175" b="1">
                <a:solidFill>
                  <a:srgbClr val="181520"/>
                </a:solidFill>
              </a:defRPr>
            </a:lvl4pPr>
            <a:lvl5pPr>
              <a:buNone/>
              <a:defRPr sz="2175" b="1">
                <a:solidFill>
                  <a:srgbClr val="181520"/>
                </a:solidFill>
              </a:defRPr>
            </a:lvl5pPr>
            <a:lvl6pPr>
              <a:buNone/>
              <a:defRPr sz="2175" b="1">
                <a:solidFill>
                  <a:srgbClr val="181520"/>
                </a:solidFill>
              </a:defRPr>
            </a:lvl6pPr>
            <a:lvl7pPr>
              <a:buNone/>
              <a:defRPr sz="2175" b="1">
                <a:solidFill>
                  <a:srgbClr val="181520"/>
                </a:solidFill>
              </a:defRPr>
            </a:lvl7pPr>
            <a:lvl8pPr>
              <a:buNone/>
              <a:defRPr sz="2175" b="1">
                <a:solidFill>
                  <a:srgbClr val="181520"/>
                </a:solidFill>
              </a:defRPr>
            </a:lvl8pPr>
            <a:lvl9pPr>
              <a:buNone/>
              <a:defRPr sz="2175" b="1">
                <a:solidFill>
                  <a:srgbClr val="181520"/>
                </a:solidFill>
              </a:defRPr>
            </a:lvl9pPr>
          </a:lstStyle>
          <a:p>
            <a:pPr>
              <a:buNone/>
              <a:defRPr sz="2175" b="1">
                <a:solidFill>
                  <a:srgbClr val="181520"/>
                </a:solidFill>
              </a:defRPr>
            </a:pPr>
            <a:r>
              <a:rPr sz="2400" b="1" dirty="0">
                <a:solidFill>
                  <a:srgbClr val="181520"/>
                </a:solidFill>
              </a:rPr>
              <a:t>Codex und Claude Code</a:t>
            </a:r>
          </a:p>
        </p:txBody>
      </p:sp>
      <p:sp>
        <p:nvSpPr>
          <p:cNvPr id="11" name="coding-uses">
            <a:extLst>
              <a:ext uri="{FF2B5EF4-FFF2-40B4-BE49-F238E27FC236}">
                <a16:creationId xmlns:a16="http://schemas.microsoft.com/office/drawing/2014/main" id="{E14ACA03-0B4E-43BA-B087-9A6590CDAEBE}"/>
              </a:ext>
            </a:extLst>
          </p:cNvPr>
          <p:cNvSpPr>
            <a:spLocks noGrp="1"/>
          </p:cNvSpPr>
          <p:nvPr/>
        </p:nvSpPr>
        <p:spPr>
          <a:xfrm>
            <a:off x="6477000" y="3038475"/>
            <a:ext cx="5029200" cy="1257300"/>
          </a:xfrm>
          <a:prstGeom prst="rect">
            <a:avLst/>
          </a:prstGeom>
          <a:noFill/>
          <a:ln w="0">
            <a:noFill/>
          </a:ln>
        </p:spPr>
        <p:txBody>
          <a:bodyPr lIns="0" tIns="0" rIns="0" bIns="0"/>
          <a:lstStyle>
            <a:defPPr>
              <a:defRPr sz="2025" b="0">
                <a:solidFill>
                  <a:srgbClr val="35303F"/>
                </a:solidFill>
              </a:defRPr>
            </a:defPPr>
            <a:lvl1pPr>
              <a:buNone/>
              <a:defRPr sz="2025" b="0">
                <a:solidFill>
                  <a:srgbClr val="35303F"/>
                </a:solidFill>
              </a:defRPr>
            </a:lvl1pPr>
            <a:lvl2pPr>
              <a:buNone/>
              <a:defRPr sz="2025" b="0">
                <a:solidFill>
                  <a:srgbClr val="35303F"/>
                </a:solidFill>
              </a:defRPr>
            </a:lvl2pPr>
            <a:lvl3pPr>
              <a:buNone/>
              <a:defRPr sz="2025" b="0">
                <a:solidFill>
                  <a:srgbClr val="35303F"/>
                </a:solidFill>
              </a:defRPr>
            </a:lvl3pPr>
            <a:lvl4pPr>
              <a:buNone/>
              <a:defRPr sz="2025" b="0">
                <a:solidFill>
                  <a:srgbClr val="35303F"/>
                </a:solidFill>
              </a:defRPr>
            </a:lvl4pPr>
            <a:lvl5pPr>
              <a:buNone/>
              <a:defRPr sz="2025" b="0">
                <a:solidFill>
                  <a:srgbClr val="35303F"/>
                </a:solidFill>
              </a:defRPr>
            </a:lvl5pPr>
            <a:lvl6pPr>
              <a:buNone/>
              <a:defRPr sz="2025" b="0">
                <a:solidFill>
                  <a:srgbClr val="35303F"/>
                </a:solidFill>
              </a:defRPr>
            </a:lvl6pPr>
            <a:lvl7pPr>
              <a:buNone/>
              <a:defRPr sz="2025" b="0">
                <a:solidFill>
                  <a:srgbClr val="35303F"/>
                </a:solidFill>
              </a:defRPr>
            </a:lvl7pPr>
            <a:lvl8pPr>
              <a:buNone/>
              <a:defRPr sz="2025" b="0">
                <a:solidFill>
                  <a:srgbClr val="35303F"/>
                </a:solidFill>
              </a:defRPr>
            </a:lvl8pPr>
            <a:lvl9pPr>
              <a:buNone/>
              <a:defRPr sz="2025" b="0">
                <a:solidFill>
                  <a:srgbClr val="35303F"/>
                </a:solidFill>
              </a:defRPr>
            </a:lvl9pPr>
          </a:lstStyle>
          <a:p>
            <a:pPr>
              <a:buNone/>
              <a:defRPr sz="2025" b="0">
                <a:solidFill>
                  <a:srgbClr val="35303F"/>
                </a:solidFill>
              </a:defRPr>
            </a:pPr>
            <a:r>
              <a:rPr sz="2400" b="0" dirty="0">
                <a:solidFill>
                  <a:srgbClr val="35303F"/>
                </a:solidFill>
              </a:rPr>
              <a:t>Code und </a:t>
            </a:r>
            <a:r>
              <a:rPr sz="2400" b="0" dirty="0" err="1">
                <a:solidFill>
                  <a:srgbClr val="35303F"/>
                </a:solidFill>
              </a:rPr>
              <a:t>Architektur</a:t>
            </a:r>
            <a:endParaRPr sz="2400" b="0" dirty="0">
              <a:solidFill>
                <a:srgbClr val="35303F"/>
              </a:solidFill>
            </a:endParaRPr>
          </a:p>
          <a:p>
            <a:pPr>
              <a:buNone/>
              <a:defRPr sz="2025" b="0">
                <a:solidFill>
                  <a:srgbClr val="35303F"/>
                </a:solidFill>
              </a:defRPr>
            </a:pPr>
            <a:r>
              <a:rPr sz="2400" b="0" dirty="0">
                <a:solidFill>
                  <a:srgbClr val="35303F"/>
                </a:solidFill>
              </a:rPr>
              <a:t>Recherche und </a:t>
            </a:r>
            <a:r>
              <a:rPr sz="2400" b="0" dirty="0" err="1">
                <a:solidFill>
                  <a:srgbClr val="35303F"/>
                </a:solidFill>
              </a:rPr>
              <a:t>Dokumentation</a:t>
            </a:r>
            <a:endParaRPr sz="2400" b="0" dirty="0">
              <a:solidFill>
                <a:srgbClr val="35303F"/>
              </a:solidFill>
            </a:endParaRPr>
          </a:p>
          <a:p>
            <a:pPr>
              <a:buNone/>
              <a:defRPr sz="2025" b="0">
                <a:solidFill>
                  <a:srgbClr val="35303F"/>
                </a:solidFill>
              </a:defRPr>
            </a:pPr>
            <a:r>
              <a:rPr sz="2400" b="0" dirty="0" err="1">
                <a:solidFill>
                  <a:srgbClr val="35303F"/>
                </a:solidFill>
              </a:rPr>
              <a:t>Fehlersuche</a:t>
            </a:r>
            <a:r>
              <a:rPr sz="2400" b="0" dirty="0">
                <a:solidFill>
                  <a:srgbClr val="35303F"/>
                </a:solidFill>
              </a:rPr>
              <a:t> und </a:t>
            </a:r>
            <a:r>
              <a:rPr sz="2400" b="0" dirty="0" err="1">
                <a:solidFill>
                  <a:srgbClr val="35303F"/>
                </a:solidFill>
              </a:rPr>
              <a:t>Testentwürfe</a:t>
            </a:r>
            <a:endParaRPr sz="2400" b="0" dirty="0">
              <a:solidFill>
                <a:srgbClr val="35303F"/>
              </a:solidFill>
            </a:endParaRPr>
          </a:p>
        </p:txBody>
      </p:sp>
      <p:sp>
        <p:nvSpPr>
          <p:cNvPr id="12" name="team-role">
            <a:extLst>
              <a:ext uri="{FF2B5EF4-FFF2-40B4-BE49-F238E27FC236}">
                <a16:creationId xmlns:a16="http://schemas.microsoft.com/office/drawing/2014/main" id="{1813E5FF-F1E9-49BF-8BAC-87944603E77D}"/>
              </a:ext>
            </a:extLst>
          </p:cNvPr>
          <p:cNvSpPr>
            <a:spLocks noGrp="1"/>
          </p:cNvSpPr>
          <p:nvPr/>
        </p:nvSpPr>
        <p:spPr>
          <a:xfrm>
            <a:off x="6477000" y="4371975"/>
            <a:ext cx="5029200" cy="352425"/>
          </a:xfrm>
          <a:prstGeom prst="rect">
            <a:avLst/>
          </a:prstGeom>
          <a:noFill/>
          <a:ln w="0">
            <a:noFill/>
          </a:ln>
        </p:spPr>
        <p:txBody>
          <a:bodyPr lIns="0" tIns="0" rIns="0" bIns="0"/>
          <a:lstStyle>
            <a:defPPr>
              <a:defRPr sz="1800" b="0">
                <a:solidFill>
                  <a:srgbClr val="5B5365"/>
                </a:solidFill>
              </a:defRPr>
            </a:defPPr>
            <a:lvl1pPr>
              <a:buNone/>
              <a:defRPr sz="1800" b="0">
                <a:solidFill>
                  <a:srgbClr val="5B5365"/>
                </a:solidFill>
              </a:defRPr>
            </a:lvl1pPr>
            <a:lvl2pPr>
              <a:buNone/>
              <a:defRPr sz="1800" b="0">
                <a:solidFill>
                  <a:srgbClr val="5B5365"/>
                </a:solidFill>
              </a:defRPr>
            </a:lvl2pPr>
            <a:lvl3pPr>
              <a:buNone/>
              <a:defRPr sz="1800" b="0">
                <a:solidFill>
                  <a:srgbClr val="5B5365"/>
                </a:solidFill>
              </a:defRPr>
            </a:lvl3pPr>
            <a:lvl4pPr>
              <a:buNone/>
              <a:defRPr sz="1800" b="0">
                <a:solidFill>
                  <a:srgbClr val="5B5365"/>
                </a:solidFill>
              </a:defRPr>
            </a:lvl4pPr>
            <a:lvl5pPr>
              <a:buNone/>
              <a:defRPr sz="1800" b="0">
                <a:solidFill>
                  <a:srgbClr val="5B5365"/>
                </a:solidFill>
              </a:defRPr>
            </a:lvl5pPr>
            <a:lvl6pPr>
              <a:buNone/>
              <a:defRPr sz="1800" b="0">
                <a:solidFill>
                  <a:srgbClr val="5B5365"/>
                </a:solidFill>
              </a:defRPr>
            </a:lvl6pPr>
            <a:lvl7pPr>
              <a:buNone/>
              <a:defRPr sz="1800" b="0">
                <a:solidFill>
                  <a:srgbClr val="5B5365"/>
                </a:solidFill>
              </a:defRPr>
            </a:lvl7pPr>
            <a:lvl8pPr>
              <a:buNone/>
              <a:defRPr sz="1800" b="0">
                <a:solidFill>
                  <a:srgbClr val="5B5365"/>
                </a:solidFill>
              </a:defRPr>
            </a:lvl8pPr>
            <a:lvl9pPr>
              <a:buNone/>
              <a:defRPr sz="1800" b="0">
                <a:solidFill>
                  <a:srgbClr val="5B5365"/>
                </a:solidFill>
              </a:defRPr>
            </a:lvl9pPr>
          </a:lstStyle>
          <a:p>
            <a:pPr>
              <a:buNone/>
              <a:defRPr sz="1800" b="0">
                <a:solidFill>
                  <a:srgbClr val="5B5365"/>
                </a:solidFill>
              </a:defRPr>
            </a:pPr>
            <a:r>
              <a:rPr sz="2400" b="0" dirty="0" err="1">
                <a:solidFill>
                  <a:srgbClr val="5B5365"/>
                </a:solidFill>
              </a:rPr>
              <a:t>Ziele</a:t>
            </a:r>
            <a:r>
              <a:rPr sz="2400" b="0" dirty="0">
                <a:solidFill>
                  <a:srgbClr val="5B5365"/>
                </a:solidFill>
              </a:rPr>
              <a:t> und </a:t>
            </a:r>
            <a:r>
              <a:rPr sz="2400" b="0" dirty="0" err="1">
                <a:solidFill>
                  <a:srgbClr val="5B5365"/>
                </a:solidFill>
              </a:rPr>
              <a:t>Entscheidungen</a:t>
            </a:r>
            <a:r>
              <a:rPr sz="2400" b="0" dirty="0">
                <a:solidFill>
                  <a:srgbClr val="5B5365"/>
                </a:solidFill>
              </a:rPr>
              <a:t> </a:t>
            </a:r>
            <a:r>
              <a:rPr sz="2400" b="0" dirty="0" err="1">
                <a:solidFill>
                  <a:srgbClr val="5B5365"/>
                </a:solidFill>
              </a:rPr>
              <a:t>beim</a:t>
            </a:r>
            <a:r>
              <a:rPr sz="2400" b="0" dirty="0">
                <a:solidFill>
                  <a:srgbClr val="5B5365"/>
                </a:solidFill>
              </a:rPr>
              <a:t> Team</a:t>
            </a:r>
          </a:p>
        </p:txBody>
      </p:sp>
      <p:sp>
        <p:nvSpPr>
          <p:cNvPr id="13" name="correction-heading">
            <a:extLst>
              <a:ext uri="{FF2B5EF4-FFF2-40B4-BE49-F238E27FC236}">
                <a16:creationId xmlns:a16="http://schemas.microsoft.com/office/drawing/2014/main" id="{88F0B233-B0DE-4BBC-B4F2-F0A41E0F1F25}"/>
              </a:ext>
            </a:extLst>
          </p:cNvPr>
          <p:cNvSpPr>
            <a:spLocks noGrp="1"/>
          </p:cNvSpPr>
          <p:nvPr/>
        </p:nvSpPr>
        <p:spPr>
          <a:xfrm>
            <a:off x="685800" y="5057775"/>
            <a:ext cx="5095875" cy="371475"/>
          </a:xfrm>
          <a:prstGeom prst="rect">
            <a:avLst/>
          </a:prstGeom>
          <a:noFill/>
          <a:ln w="0">
            <a:noFill/>
          </a:ln>
        </p:spPr>
        <p:txBody>
          <a:bodyPr lIns="0" tIns="0" rIns="0" bIns="0"/>
          <a:lstStyle>
            <a:defPPr>
              <a:defRPr sz="1875" b="1">
                <a:solidFill>
                  <a:srgbClr val="3803BF"/>
                </a:solidFill>
              </a:defRPr>
            </a:defPPr>
            <a:lvl1pPr>
              <a:buNone/>
              <a:defRPr sz="1875" b="1">
                <a:solidFill>
                  <a:srgbClr val="3803BF"/>
                </a:solidFill>
              </a:defRPr>
            </a:lvl1pPr>
            <a:lvl2pPr>
              <a:buNone/>
              <a:defRPr sz="1875" b="1">
                <a:solidFill>
                  <a:srgbClr val="3803BF"/>
                </a:solidFill>
              </a:defRPr>
            </a:lvl2pPr>
            <a:lvl3pPr>
              <a:buNone/>
              <a:defRPr sz="1875" b="1">
                <a:solidFill>
                  <a:srgbClr val="3803BF"/>
                </a:solidFill>
              </a:defRPr>
            </a:lvl3pPr>
            <a:lvl4pPr>
              <a:buNone/>
              <a:defRPr sz="1875" b="1">
                <a:solidFill>
                  <a:srgbClr val="3803BF"/>
                </a:solidFill>
              </a:defRPr>
            </a:lvl4pPr>
            <a:lvl5pPr>
              <a:buNone/>
              <a:defRPr sz="1875" b="1">
                <a:solidFill>
                  <a:srgbClr val="3803BF"/>
                </a:solidFill>
              </a:defRPr>
            </a:lvl5pPr>
            <a:lvl6pPr>
              <a:buNone/>
              <a:defRPr sz="1875" b="1">
                <a:solidFill>
                  <a:srgbClr val="3803BF"/>
                </a:solidFill>
              </a:defRPr>
            </a:lvl6pPr>
            <a:lvl7pPr>
              <a:buNone/>
              <a:defRPr sz="1875" b="1">
                <a:solidFill>
                  <a:srgbClr val="3803BF"/>
                </a:solidFill>
              </a:defRPr>
            </a:lvl7pPr>
            <a:lvl8pPr>
              <a:buNone/>
              <a:defRPr sz="1875" b="1">
                <a:solidFill>
                  <a:srgbClr val="3803BF"/>
                </a:solidFill>
              </a:defRPr>
            </a:lvl8pPr>
            <a:lvl9pPr>
              <a:buNone/>
              <a:defRPr sz="1875" b="1">
                <a:solidFill>
                  <a:srgbClr val="3803BF"/>
                </a:solidFill>
              </a:defRPr>
            </a:lvl9pPr>
          </a:lstStyle>
          <a:p>
            <a:pPr>
              <a:buNone/>
              <a:defRPr sz="1875" b="1">
                <a:solidFill>
                  <a:srgbClr val="3803BF"/>
                </a:solidFill>
              </a:defRPr>
            </a:pPr>
            <a:r>
              <a:rPr sz="2800" b="1" dirty="0">
                <a:solidFill>
                  <a:srgbClr val="3803BF"/>
                </a:solidFill>
              </a:rPr>
              <a:t>Ein </a:t>
            </a:r>
            <a:r>
              <a:rPr sz="2800" b="1" dirty="0" err="1">
                <a:solidFill>
                  <a:srgbClr val="3803BF"/>
                </a:solidFill>
              </a:rPr>
              <a:t>konkreter</a:t>
            </a:r>
            <a:r>
              <a:rPr sz="2800" b="1" dirty="0">
                <a:solidFill>
                  <a:srgbClr val="3803BF"/>
                </a:solidFill>
              </a:rPr>
              <a:t> </a:t>
            </a:r>
            <a:r>
              <a:rPr sz="2800" b="1" dirty="0" err="1">
                <a:solidFill>
                  <a:srgbClr val="3803BF"/>
                </a:solidFill>
              </a:rPr>
              <a:t>Fehler</a:t>
            </a:r>
            <a:endParaRPr sz="2800" b="1" dirty="0">
              <a:solidFill>
                <a:srgbClr val="3803BF"/>
              </a:solidFill>
            </a:endParaRPr>
          </a:p>
        </p:txBody>
      </p:sp>
      <p:sp>
        <p:nvSpPr>
          <p:cNvPr id="14" name="correction-example">
            <a:extLst>
              <a:ext uri="{FF2B5EF4-FFF2-40B4-BE49-F238E27FC236}">
                <a16:creationId xmlns:a16="http://schemas.microsoft.com/office/drawing/2014/main" id="{67A65AAE-687C-428A-A340-F0C9D24ED250}"/>
              </a:ext>
            </a:extLst>
          </p:cNvPr>
          <p:cNvSpPr>
            <a:spLocks noGrp="1"/>
          </p:cNvSpPr>
          <p:nvPr/>
        </p:nvSpPr>
        <p:spPr>
          <a:xfrm>
            <a:off x="685800" y="5514975"/>
            <a:ext cx="10820400" cy="676275"/>
          </a:xfrm>
          <a:prstGeom prst="rect">
            <a:avLst/>
          </a:prstGeom>
          <a:noFill/>
          <a:ln w="0">
            <a:noFill/>
          </a:ln>
        </p:spPr>
        <p:txBody>
          <a:bodyPr lIns="0" tIns="0" rIns="0" bIns="0"/>
          <a:lstStyle>
            <a:defPPr>
              <a:defRPr sz="1800" b="0">
                <a:solidFill>
                  <a:srgbClr val="35303F"/>
                </a:solidFill>
              </a:defRPr>
            </a:defPPr>
            <a:lvl1pPr>
              <a:buNone/>
              <a:defRPr sz="1800" b="0">
                <a:solidFill>
                  <a:srgbClr val="35303F"/>
                </a:solidFill>
              </a:defRPr>
            </a:lvl1pPr>
            <a:lvl2pPr>
              <a:buNone/>
              <a:defRPr sz="1800" b="0">
                <a:solidFill>
                  <a:srgbClr val="35303F"/>
                </a:solidFill>
              </a:defRPr>
            </a:lvl2pPr>
            <a:lvl3pPr>
              <a:buNone/>
              <a:defRPr sz="1800" b="0">
                <a:solidFill>
                  <a:srgbClr val="35303F"/>
                </a:solidFill>
              </a:defRPr>
            </a:lvl3pPr>
            <a:lvl4pPr>
              <a:buNone/>
              <a:defRPr sz="1800" b="0">
                <a:solidFill>
                  <a:srgbClr val="35303F"/>
                </a:solidFill>
              </a:defRPr>
            </a:lvl4pPr>
            <a:lvl5pPr>
              <a:buNone/>
              <a:defRPr sz="1800" b="0">
                <a:solidFill>
                  <a:srgbClr val="35303F"/>
                </a:solidFill>
              </a:defRPr>
            </a:lvl5pPr>
            <a:lvl6pPr>
              <a:buNone/>
              <a:defRPr sz="1800" b="0">
                <a:solidFill>
                  <a:srgbClr val="35303F"/>
                </a:solidFill>
              </a:defRPr>
            </a:lvl6pPr>
            <a:lvl7pPr>
              <a:buNone/>
              <a:defRPr sz="1800" b="0">
                <a:solidFill>
                  <a:srgbClr val="35303F"/>
                </a:solidFill>
              </a:defRPr>
            </a:lvl7pPr>
            <a:lvl8pPr>
              <a:buNone/>
              <a:defRPr sz="1800" b="0">
                <a:solidFill>
                  <a:srgbClr val="35303F"/>
                </a:solidFill>
              </a:defRPr>
            </a:lvl8pPr>
            <a:lvl9pPr>
              <a:buNone/>
              <a:defRPr sz="1800" b="0">
                <a:solidFill>
                  <a:srgbClr val="35303F"/>
                </a:solidFill>
              </a:defRPr>
            </a:lvl9pPr>
          </a:lstStyle>
          <a:p>
            <a:pPr>
              <a:buNone/>
              <a:defRPr sz="1800" b="0">
                <a:solidFill>
                  <a:srgbClr val="35303F"/>
                </a:solidFill>
              </a:defRPr>
            </a:pPr>
            <a:r>
              <a:rPr sz="2400" b="0" dirty="0" err="1">
                <a:solidFill>
                  <a:srgbClr val="35303F"/>
                </a:solidFill>
              </a:rPr>
              <a:t>Vorgeschlagener</a:t>
            </a:r>
            <a:r>
              <a:rPr sz="2400" b="0" dirty="0">
                <a:solidFill>
                  <a:srgbClr val="35303F"/>
                </a:solidFill>
              </a:rPr>
              <a:t> Docker-Tag </a:t>
            </a:r>
            <a:r>
              <a:rPr sz="2400" b="0" dirty="0" err="1">
                <a:solidFill>
                  <a:srgbClr val="35303F"/>
                </a:solidFill>
              </a:rPr>
              <a:t>nicht</a:t>
            </a:r>
            <a:r>
              <a:rPr sz="2400" b="0" dirty="0">
                <a:solidFill>
                  <a:srgbClr val="35303F"/>
                </a:solidFill>
              </a:rPr>
              <a:t> </a:t>
            </a:r>
            <a:r>
              <a:rPr sz="2400" b="0" dirty="0" err="1">
                <a:solidFill>
                  <a:srgbClr val="35303F"/>
                </a:solidFill>
              </a:rPr>
              <a:t>verfügbar</a:t>
            </a:r>
            <a:r>
              <a:rPr lang="de-DE" sz="2400" dirty="0"/>
              <a:t> - </a:t>
            </a:r>
            <a:r>
              <a:rPr sz="2400" b="0" dirty="0" err="1">
                <a:solidFill>
                  <a:srgbClr val="35303F"/>
                </a:solidFill>
              </a:rPr>
              <a:t>Verfügbarkeit</a:t>
            </a:r>
            <a:r>
              <a:rPr sz="2400" b="0" dirty="0">
                <a:solidFill>
                  <a:srgbClr val="35303F"/>
                </a:solidFill>
              </a:rPr>
              <a:t> </a:t>
            </a:r>
            <a:r>
              <a:rPr sz="2400" b="0" dirty="0" err="1">
                <a:solidFill>
                  <a:srgbClr val="35303F"/>
                </a:solidFill>
              </a:rPr>
              <a:t>geprüft</a:t>
            </a:r>
            <a:r>
              <a:rPr sz="2400" b="0" dirty="0">
                <a:solidFill>
                  <a:srgbClr val="35303F"/>
                </a:solidFill>
              </a:rPr>
              <a:t>, Version </a:t>
            </a:r>
            <a:r>
              <a:rPr sz="2400" b="0" dirty="0" err="1">
                <a:solidFill>
                  <a:srgbClr val="35303F"/>
                </a:solidFill>
              </a:rPr>
              <a:t>korrigiert</a:t>
            </a:r>
            <a:r>
              <a:rPr sz="2400" b="0" dirty="0">
                <a:solidFill>
                  <a:srgbClr val="35303F"/>
                </a:solidFill>
              </a:rPr>
              <a:t>.</a:t>
            </a:r>
          </a:p>
        </p:txBody>
      </p:sp>
    </p:spTree>
    <p:extLst>
      <p:ext uri="{BB962C8B-B14F-4D97-AF65-F5344CB8AC3E}">
        <p14:creationId xmlns:p14="http://schemas.microsoft.com/office/powerpoint/2010/main" val="239836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90A15"/>
        </a:solidFill>
        <a:effectLst/>
      </p:bgPr>
    </p:bg>
    <p:spTree>
      <p:nvGrpSpPr>
        <p:cNvPr id="1" name=""/>
        <p:cNvGrpSpPr/>
        <p:nvPr/>
      </p:nvGrpSpPr>
      <p:grpSpPr>
        <a:xfrm>
          <a:off x="0" y="0"/>
          <a:ext cx="0" cy="0"/>
          <a:chOff x="0" y="0"/>
          <a:chExt cx="0" cy="0"/>
        </a:xfrm>
      </p:grpSpPr>
      <p:sp>
        <p:nvSpPr>
          <p:cNvPr id="3" name="demo-title">
            <a:extLst>
              <a:ext uri="{FF2B5EF4-FFF2-40B4-BE49-F238E27FC236}">
                <a16:creationId xmlns:a16="http://schemas.microsoft.com/office/drawing/2014/main" id="{5BBF6856-50B4-403C-81FB-C1C5D0C322F8}"/>
              </a:ext>
            </a:extLst>
          </p:cNvPr>
          <p:cNvSpPr>
            <a:spLocks noGrp="1"/>
          </p:cNvSpPr>
          <p:nvPr/>
        </p:nvSpPr>
        <p:spPr>
          <a:xfrm>
            <a:off x="685800" y="781050"/>
            <a:ext cx="6381750" cy="990600"/>
          </a:xfrm>
          <a:prstGeom prst="rect">
            <a:avLst/>
          </a:prstGeom>
          <a:noFill/>
          <a:ln w="0">
            <a:noFill/>
          </a:ln>
        </p:spPr>
        <p:txBody>
          <a:bodyPr lIns="0" tIns="0" rIns="0" bIns="0"/>
          <a:lstStyle>
            <a:defPPr>
              <a:defRPr sz="5850" b="1">
                <a:solidFill>
                  <a:srgbClr val="FFFFFF"/>
                </a:solidFill>
              </a:defRPr>
            </a:defPPr>
            <a:lvl1pPr>
              <a:buNone/>
              <a:defRPr sz="5850" b="1">
                <a:solidFill>
                  <a:srgbClr val="FFFFFF"/>
                </a:solidFill>
              </a:defRPr>
            </a:lvl1pPr>
            <a:lvl2pPr>
              <a:buNone/>
              <a:defRPr sz="5850" b="1">
                <a:solidFill>
                  <a:srgbClr val="FFFFFF"/>
                </a:solidFill>
              </a:defRPr>
            </a:lvl2pPr>
            <a:lvl3pPr>
              <a:buNone/>
              <a:defRPr sz="5850" b="1">
                <a:solidFill>
                  <a:srgbClr val="FFFFFF"/>
                </a:solidFill>
              </a:defRPr>
            </a:lvl3pPr>
            <a:lvl4pPr>
              <a:buNone/>
              <a:defRPr sz="5850" b="1">
                <a:solidFill>
                  <a:srgbClr val="FFFFFF"/>
                </a:solidFill>
              </a:defRPr>
            </a:lvl4pPr>
            <a:lvl5pPr>
              <a:buNone/>
              <a:defRPr sz="5850" b="1">
                <a:solidFill>
                  <a:srgbClr val="FFFFFF"/>
                </a:solidFill>
              </a:defRPr>
            </a:lvl5pPr>
            <a:lvl6pPr>
              <a:buNone/>
              <a:defRPr sz="5850" b="1">
                <a:solidFill>
                  <a:srgbClr val="FFFFFF"/>
                </a:solidFill>
              </a:defRPr>
            </a:lvl6pPr>
            <a:lvl7pPr>
              <a:buNone/>
              <a:defRPr sz="5850" b="1">
                <a:solidFill>
                  <a:srgbClr val="FFFFFF"/>
                </a:solidFill>
              </a:defRPr>
            </a:lvl7pPr>
            <a:lvl8pPr>
              <a:buNone/>
              <a:defRPr sz="5850" b="1">
                <a:solidFill>
                  <a:srgbClr val="FFFFFF"/>
                </a:solidFill>
              </a:defRPr>
            </a:lvl8pPr>
            <a:lvl9pPr>
              <a:buNone/>
              <a:defRPr sz="5850" b="1">
                <a:solidFill>
                  <a:srgbClr val="FFFFFF"/>
                </a:solidFill>
              </a:defRPr>
            </a:lvl9pPr>
          </a:lstStyle>
          <a:p>
            <a:pPr>
              <a:buNone/>
              <a:defRPr sz="5850" b="1">
                <a:solidFill>
                  <a:srgbClr val="FFFFFF"/>
                </a:solidFill>
              </a:defRPr>
            </a:pPr>
            <a:r>
              <a:rPr sz="5850" b="1">
                <a:solidFill>
                  <a:srgbClr val="FFFFFF"/>
                </a:solidFill>
              </a:rPr>
              <a:t>Live-Demo</a:t>
            </a:r>
          </a:p>
        </p:txBody>
      </p:sp>
      <p:sp>
        <p:nvSpPr>
          <p:cNvPr id="4" name="demo-intro">
            <a:extLst>
              <a:ext uri="{FF2B5EF4-FFF2-40B4-BE49-F238E27FC236}">
                <a16:creationId xmlns:a16="http://schemas.microsoft.com/office/drawing/2014/main" id="{A1EA7A93-E74E-4255-AB8F-175D19CA2786}"/>
              </a:ext>
            </a:extLst>
          </p:cNvPr>
          <p:cNvSpPr>
            <a:spLocks noGrp="1"/>
          </p:cNvSpPr>
          <p:nvPr/>
        </p:nvSpPr>
        <p:spPr>
          <a:xfrm>
            <a:off x="723900" y="1962150"/>
            <a:ext cx="6191250" cy="514350"/>
          </a:xfrm>
          <a:prstGeom prst="rect">
            <a:avLst/>
          </a:prstGeom>
          <a:noFill/>
          <a:ln w="0">
            <a:noFill/>
          </a:ln>
        </p:spPr>
        <p:txBody>
          <a:bodyPr lIns="0" tIns="0" rIns="0" bIns="0"/>
          <a:lstStyle>
            <a:defPPr>
              <a:defRPr sz="2400" b="0">
                <a:solidFill>
                  <a:srgbClr val="D2CADF"/>
                </a:solidFill>
              </a:defRPr>
            </a:defPPr>
            <a:lvl1pPr>
              <a:buNone/>
              <a:defRPr sz="2400" b="0">
                <a:solidFill>
                  <a:srgbClr val="D2CADF"/>
                </a:solidFill>
              </a:defRPr>
            </a:lvl1pPr>
            <a:lvl2pPr>
              <a:buNone/>
              <a:defRPr sz="2400" b="0">
                <a:solidFill>
                  <a:srgbClr val="D2CADF"/>
                </a:solidFill>
              </a:defRPr>
            </a:lvl2pPr>
            <a:lvl3pPr>
              <a:buNone/>
              <a:defRPr sz="2400" b="0">
                <a:solidFill>
                  <a:srgbClr val="D2CADF"/>
                </a:solidFill>
              </a:defRPr>
            </a:lvl3pPr>
            <a:lvl4pPr>
              <a:buNone/>
              <a:defRPr sz="2400" b="0">
                <a:solidFill>
                  <a:srgbClr val="D2CADF"/>
                </a:solidFill>
              </a:defRPr>
            </a:lvl4pPr>
            <a:lvl5pPr>
              <a:buNone/>
              <a:defRPr sz="2400" b="0">
                <a:solidFill>
                  <a:srgbClr val="D2CADF"/>
                </a:solidFill>
              </a:defRPr>
            </a:lvl5pPr>
            <a:lvl6pPr>
              <a:buNone/>
              <a:defRPr sz="2400" b="0">
                <a:solidFill>
                  <a:srgbClr val="D2CADF"/>
                </a:solidFill>
              </a:defRPr>
            </a:lvl6pPr>
            <a:lvl7pPr>
              <a:buNone/>
              <a:defRPr sz="2400" b="0">
                <a:solidFill>
                  <a:srgbClr val="D2CADF"/>
                </a:solidFill>
              </a:defRPr>
            </a:lvl7pPr>
            <a:lvl8pPr>
              <a:buNone/>
              <a:defRPr sz="2400" b="0">
                <a:solidFill>
                  <a:srgbClr val="D2CADF"/>
                </a:solidFill>
              </a:defRPr>
            </a:lvl8pPr>
            <a:lvl9pPr>
              <a:buNone/>
              <a:defRPr sz="2400" b="0">
                <a:solidFill>
                  <a:srgbClr val="D2CADF"/>
                </a:solidFill>
              </a:defRPr>
            </a:lvl9pPr>
          </a:lstStyle>
          <a:p>
            <a:pPr>
              <a:buNone/>
              <a:defRPr sz="2400" b="0">
                <a:solidFill>
                  <a:srgbClr val="D2CADF"/>
                </a:solidFill>
              </a:defRPr>
            </a:pPr>
            <a:r>
              <a:rPr sz="2400" b="0">
                <a:solidFill>
                  <a:srgbClr val="D2CADF"/>
                </a:solidFill>
              </a:rPr>
              <a:t>Unser eigener Pitch als Beispiel</a:t>
            </a:r>
          </a:p>
        </p:txBody>
      </p:sp>
      <p:sp>
        <p:nvSpPr>
          <p:cNvPr id="5" name="demo-number-0">
            <a:extLst>
              <a:ext uri="{FF2B5EF4-FFF2-40B4-BE49-F238E27FC236}">
                <a16:creationId xmlns:a16="http://schemas.microsoft.com/office/drawing/2014/main" id="{0B759CDE-DD96-4235-9200-7C1F471D1CB0}"/>
              </a:ext>
            </a:extLst>
          </p:cNvPr>
          <p:cNvSpPr>
            <a:spLocks noGrp="1"/>
          </p:cNvSpPr>
          <p:nvPr/>
        </p:nvSpPr>
        <p:spPr>
          <a:xfrm>
            <a:off x="723900" y="3067050"/>
            <a:ext cx="723900" cy="523875"/>
          </a:xfrm>
          <a:prstGeom prst="rect">
            <a:avLst/>
          </a:prstGeom>
          <a:noFill/>
          <a:ln w="0">
            <a:noFill/>
          </a:ln>
        </p:spPr>
        <p:txBody>
          <a:bodyPr lIns="0" tIns="0" rIns="0" bIns="0"/>
          <a:lstStyle>
            <a:defPPr>
              <a:defRPr sz="2625" b="1">
                <a:solidFill>
                  <a:srgbClr val="BDA4FF"/>
                </a:solidFill>
              </a:defRPr>
            </a:defPPr>
            <a:lvl1pPr>
              <a:buNone/>
              <a:defRPr sz="2625" b="1">
                <a:solidFill>
                  <a:srgbClr val="BDA4FF"/>
                </a:solidFill>
              </a:defRPr>
            </a:lvl1pPr>
            <a:lvl2pPr>
              <a:buNone/>
              <a:defRPr sz="2625" b="1">
                <a:solidFill>
                  <a:srgbClr val="BDA4FF"/>
                </a:solidFill>
              </a:defRPr>
            </a:lvl2pPr>
            <a:lvl3pPr>
              <a:buNone/>
              <a:defRPr sz="2625" b="1">
                <a:solidFill>
                  <a:srgbClr val="BDA4FF"/>
                </a:solidFill>
              </a:defRPr>
            </a:lvl3pPr>
            <a:lvl4pPr>
              <a:buNone/>
              <a:defRPr sz="2625" b="1">
                <a:solidFill>
                  <a:srgbClr val="BDA4FF"/>
                </a:solidFill>
              </a:defRPr>
            </a:lvl4pPr>
            <a:lvl5pPr>
              <a:buNone/>
              <a:defRPr sz="2625" b="1">
                <a:solidFill>
                  <a:srgbClr val="BDA4FF"/>
                </a:solidFill>
              </a:defRPr>
            </a:lvl5pPr>
            <a:lvl6pPr>
              <a:buNone/>
              <a:defRPr sz="2625" b="1">
                <a:solidFill>
                  <a:srgbClr val="BDA4FF"/>
                </a:solidFill>
              </a:defRPr>
            </a:lvl6pPr>
            <a:lvl7pPr>
              <a:buNone/>
              <a:defRPr sz="2625" b="1">
                <a:solidFill>
                  <a:srgbClr val="BDA4FF"/>
                </a:solidFill>
              </a:defRPr>
            </a:lvl7pPr>
            <a:lvl8pPr>
              <a:buNone/>
              <a:defRPr sz="2625" b="1">
                <a:solidFill>
                  <a:srgbClr val="BDA4FF"/>
                </a:solidFill>
              </a:defRPr>
            </a:lvl8pPr>
            <a:lvl9pPr>
              <a:buNone/>
              <a:defRPr sz="2625" b="1">
                <a:solidFill>
                  <a:srgbClr val="BDA4FF"/>
                </a:solidFill>
              </a:defRPr>
            </a:lvl9pPr>
          </a:lstStyle>
          <a:p>
            <a:pPr>
              <a:buNone/>
              <a:defRPr sz="2625" b="1">
                <a:solidFill>
                  <a:srgbClr val="BDA4FF"/>
                </a:solidFill>
              </a:defRPr>
            </a:pPr>
            <a:r>
              <a:rPr sz="2625" b="1">
                <a:solidFill>
                  <a:srgbClr val="BDA4FF"/>
                </a:solidFill>
              </a:rPr>
              <a:t>01</a:t>
            </a:r>
          </a:p>
        </p:txBody>
      </p:sp>
      <p:sp>
        <p:nvSpPr>
          <p:cNvPr id="6" name="demo-step-0">
            <a:extLst>
              <a:ext uri="{FF2B5EF4-FFF2-40B4-BE49-F238E27FC236}">
                <a16:creationId xmlns:a16="http://schemas.microsoft.com/office/drawing/2014/main" id="{8D9F260A-AA88-41C8-82CA-042505CC3E81}"/>
              </a:ext>
            </a:extLst>
          </p:cNvPr>
          <p:cNvSpPr>
            <a:spLocks noGrp="1"/>
          </p:cNvSpPr>
          <p:nvPr/>
        </p:nvSpPr>
        <p:spPr>
          <a:xfrm>
            <a:off x="1657350" y="3048000"/>
            <a:ext cx="4572000" cy="542925"/>
          </a:xfrm>
          <a:prstGeom prst="rect">
            <a:avLst/>
          </a:prstGeom>
          <a:noFill/>
          <a:ln w="0">
            <a:noFill/>
          </a:ln>
        </p:spPr>
        <p:txBody>
          <a:bodyPr lIns="0" tIns="0" rIns="0" bIns="0"/>
          <a:lstStyle>
            <a:defPPr>
              <a:defRPr sz="3150" b="1">
                <a:solidFill>
                  <a:srgbClr val="FFFFFF"/>
                </a:solidFill>
              </a:defRPr>
            </a:defPPr>
            <a:lvl1pPr>
              <a:buNone/>
              <a:defRPr sz="3150" b="1">
                <a:solidFill>
                  <a:srgbClr val="FFFFFF"/>
                </a:solidFill>
              </a:defRPr>
            </a:lvl1pPr>
            <a:lvl2pPr>
              <a:buNone/>
              <a:defRPr sz="3150" b="1">
                <a:solidFill>
                  <a:srgbClr val="FFFFFF"/>
                </a:solidFill>
              </a:defRPr>
            </a:lvl2pPr>
            <a:lvl3pPr>
              <a:buNone/>
              <a:defRPr sz="3150" b="1">
                <a:solidFill>
                  <a:srgbClr val="FFFFFF"/>
                </a:solidFill>
              </a:defRPr>
            </a:lvl3pPr>
            <a:lvl4pPr>
              <a:buNone/>
              <a:defRPr sz="3150" b="1">
                <a:solidFill>
                  <a:srgbClr val="FFFFFF"/>
                </a:solidFill>
              </a:defRPr>
            </a:lvl4pPr>
            <a:lvl5pPr>
              <a:buNone/>
              <a:defRPr sz="3150" b="1">
                <a:solidFill>
                  <a:srgbClr val="FFFFFF"/>
                </a:solidFill>
              </a:defRPr>
            </a:lvl5pPr>
            <a:lvl6pPr>
              <a:buNone/>
              <a:defRPr sz="3150" b="1">
                <a:solidFill>
                  <a:srgbClr val="FFFFFF"/>
                </a:solidFill>
              </a:defRPr>
            </a:lvl6pPr>
            <a:lvl7pPr>
              <a:buNone/>
              <a:defRPr sz="3150" b="1">
                <a:solidFill>
                  <a:srgbClr val="FFFFFF"/>
                </a:solidFill>
              </a:defRPr>
            </a:lvl7pPr>
            <a:lvl8pPr>
              <a:buNone/>
              <a:defRPr sz="3150" b="1">
                <a:solidFill>
                  <a:srgbClr val="FFFFFF"/>
                </a:solidFill>
              </a:defRPr>
            </a:lvl8pPr>
            <a:lvl9pPr>
              <a:buNone/>
              <a:defRPr sz="3150" b="1">
                <a:solidFill>
                  <a:srgbClr val="FFFFFF"/>
                </a:solidFill>
              </a:defRPr>
            </a:lvl9pPr>
          </a:lstStyle>
          <a:p>
            <a:pPr>
              <a:buNone/>
              <a:defRPr sz="3150" b="1">
                <a:solidFill>
                  <a:srgbClr val="FFFFFF"/>
                </a:solidFill>
              </a:defRPr>
            </a:pPr>
            <a:r>
              <a:rPr sz="3150" b="1">
                <a:solidFill>
                  <a:srgbClr val="FFFFFF"/>
                </a:solidFill>
              </a:rPr>
              <a:t>Aufnahme</a:t>
            </a:r>
          </a:p>
        </p:txBody>
      </p:sp>
      <p:sp>
        <p:nvSpPr>
          <p:cNvPr id="7" name="demo-number-1">
            <a:extLst>
              <a:ext uri="{FF2B5EF4-FFF2-40B4-BE49-F238E27FC236}">
                <a16:creationId xmlns:a16="http://schemas.microsoft.com/office/drawing/2014/main" id="{A8500B80-403B-4B5E-9A17-472FFEE84DAF}"/>
              </a:ext>
            </a:extLst>
          </p:cNvPr>
          <p:cNvSpPr>
            <a:spLocks noGrp="1"/>
          </p:cNvSpPr>
          <p:nvPr/>
        </p:nvSpPr>
        <p:spPr>
          <a:xfrm>
            <a:off x="723900" y="3790950"/>
            <a:ext cx="723900" cy="523875"/>
          </a:xfrm>
          <a:prstGeom prst="rect">
            <a:avLst/>
          </a:prstGeom>
          <a:noFill/>
          <a:ln w="0">
            <a:noFill/>
          </a:ln>
        </p:spPr>
        <p:txBody>
          <a:bodyPr lIns="0" tIns="0" rIns="0" bIns="0"/>
          <a:lstStyle>
            <a:defPPr>
              <a:defRPr sz="2625" b="1">
                <a:solidFill>
                  <a:srgbClr val="BDA4FF"/>
                </a:solidFill>
              </a:defRPr>
            </a:defPPr>
            <a:lvl1pPr>
              <a:buNone/>
              <a:defRPr sz="2625" b="1">
                <a:solidFill>
                  <a:srgbClr val="BDA4FF"/>
                </a:solidFill>
              </a:defRPr>
            </a:lvl1pPr>
            <a:lvl2pPr>
              <a:buNone/>
              <a:defRPr sz="2625" b="1">
                <a:solidFill>
                  <a:srgbClr val="BDA4FF"/>
                </a:solidFill>
              </a:defRPr>
            </a:lvl2pPr>
            <a:lvl3pPr>
              <a:buNone/>
              <a:defRPr sz="2625" b="1">
                <a:solidFill>
                  <a:srgbClr val="BDA4FF"/>
                </a:solidFill>
              </a:defRPr>
            </a:lvl3pPr>
            <a:lvl4pPr>
              <a:buNone/>
              <a:defRPr sz="2625" b="1">
                <a:solidFill>
                  <a:srgbClr val="BDA4FF"/>
                </a:solidFill>
              </a:defRPr>
            </a:lvl4pPr>
            <a:lvl5pPr>
              <a:buNone/>
              <a:defRPr sz="2625" b="1">
                <a:solidFill>
                  <a:srgbClr val="BDA4FF"/>
                </a:solidFill>
              </a:defRPr>
            </a:lvl5pPr>
            <a:lvl6pPr>
              <a:buNone/>
              <a:defRPr sz="2625" b="1">
                <a:solidFill>
                  <a:srgbClr val="BDA4FF"/>
                </a:solidFill>
              </a:defRPr>
            </a:lvl6pPr>
            <a:lvl7pPr>
              <a:buNone/>
              <a:defRPr sz="2625" b="1">
                <a:solidFill>
                  <a:srgbClr val="BDA4FF"/>
                </a:solidFill>
              </a:defRPr>
            </a:lvl7pPr>
            <a:lvl8pPr>
              <a:buNone/>
              <a:defRPr sz="2625" b="1">
                <a:solidFill>
                  <a:srgbClr val="BDA4FF"/>
                </a:solidFill>
              </a:defRPr>
            </a:lvl8pPr>
            <a:lvl9pPr>
              <a:buNone/>
              <a:defRPr sz="2625" b="1">
                <a:solidFill>
                  <a:srgbClr val="BDA4FF"/>
                </a:solidFill>
              </a:defRPr>
            </a:lvl9pPr>
          </a:lstStyle>
          <a:p>
            <a:pPr>
              <a:buNone/>
              <a:defRPr sz="2625" b="1">
                <a:solidFill>
                  <a:srgbClr val="BDA4FF"/>
                </a:solidFill>
              </a:defRPr>
            </a:pPr>
            <a:r>
              <a:rPr sz="2625" b="1">
                <a:solidFill>
                  <a:srgbClr val="BDA4FF"/>
                </a:solidFill>
              </a:rPr>
              <a:t>02</a:t>
            </a:r>
          </a:p>
        </p:txBody>
      </p:sp>
      <p:sp>
        <p:nvSpPr>
          <p:cNvPr id="8" name="demo-step-1">
            <a:extLst>
              <a:ext uri="{FF2B5EF4-FFF2-40B4-BE49-F238E27FC236}">
                <a16:creationId xmlns:a16="http://schemas.microsoft.com/office/drawing/2014/main" id="{1B748AC6-D959-4CC9-9E51-F5F229CAF461}"/>
              </a:ext>
            </a:extLst>
          </p:cNvPr>
          <p:cNvSpPr>
            <a:spLocks noGrp="1"/>
          </p:cNvSpPr>
          <p:nvPr/>
        </p:nvSpPr>
        <p:spPr>
          <a:xfrm>
            <a:off x="1657350" y="3771900"/>
            <a:ext cx="4572000" cy="542925"/>
          </a:xfrm>
          <a:prstGeom prst="rect">
            <a:avLst/>
          </a:prstGeom>
          <a:noFill/>
          <a:ln w="0">
            <a:noFill/>
          </a:ln>
        </p:spPr>
        <p:txBody>
          <a:bodyPr lIns="0" tIns="0" rIns="0" bIns="0"/>
          <a:lstStyle>
            <a:defPPr>
              <a:defRPr sz="3150" b="1">
                <a:solidFill>
                  <a:srgbClr val="FFFFFF"/>
                </a:solidFill>
              </a:defRPr>
            </a:defPPr>
            <a:lvl1pPr>
              <a:buNone/>
              <a:defRPr sz="3150" b="1">
                <a:solidFill>
                  <a:srgbClr val="FFFFFF"/>
                </a:solidFill>
              </a:defRPr>
            </a:lvl1pPr>
            <a:lvl2pPr>
              <a:buNone/>
              <a:defRPr sz="3150" b="1">
                <a:solidFill>
                  <a:srgbClr val="FFFFFF"/>
                </a:solidFill>
              </a:defRPr>
            </a:lvl2pPr>
            <a:lvl3pPr>
              <a:buNone/>
              <a:defRPr sz="3150" b="1">
                <a:solidFill>
                  <a:srgbClr val="FFFFFF"/>
                </a:solidFill>
              </a:defRPr>
            </a:lvl3pPr>
            <a:lvl4pPr>
              <a:buNone/>
              <a:defRPr sz="3150" b="1">
                <a:solidFill>
                  <a:srgbClr val="FFFFFF"/>
                </a:solidFill>
              </a:defRPr>
            </a:lvl4pPr>
            <a:lvl5pPr>
              <a:buNone/>
              <a:defRPr sz="3150" b="1">
                <a:solidFill>
                  <a:srgbClr val="FFFFFF"/>
                </a:solidFill>
              </a:defRPr>
            </a:lvl5pPr>
            <a:lvl6pPr>
              <a:buNone/>
              <a:defRPr sz="3150" b="1">
                <a:solidFill>
                  <a:srgbClr val="FFFFFF"/>
                </a:solidFill>
              </a:defRPr>
            </a:lvl6pPr>
            <a:lvl7pPr>
              <a:buNone/>
              <a:defRPr sz="3150" b="1">
                <a:solidFill>
                  <a:srgbClr val="FFFFFF"/>
                </a:solidFill>
              </a:defRPr>
            </a:lvl7pPr>
            <a:lvl8pPr>
              <a:buNone/>
              <a:defRPr sz="3150" b="1">
                <a:solidFill>
                  <a:srgbClr val="FFFFFF"/>
                </a:solidFill>
              </a:defRPr>
            </a:lvl8pPr>
            <a:lvl9pPr>
              <a:buNone/>
              <a:defRPr sz="3150" b="1">
                <a:solidFill>
                  <a:srgbClr val="FFFFFF"/>
                </a:solidFill>
              </a:defRPr>
            </a:lvl9pPr>
          </a:lstStyle>
          <a:p>
            <a:pPr>
              <a:buNone/>
              <a:defRPr sz="3150" b="1">
                <a:solidFill>
                  <a:srgbClr val="FFFFFF"/>
                </a:solidFill>
              </a:defRPr>
            </a:pPr>
            <a:r>
              <a:rPr sz="3150" b="1">
                <a:solidFill>
                  <a:srgbClr val="FFFFFF"/>
                </a:solidFill>
              </a:rPr>
              <a:t>Auswertung</a:t>
            </a:r>
          </a:p>
        </p:txBody>
      </p:sp>
      <p:sp>
        <p:nvSpPr>
          <p:cNvPr id="9" name="demo-number-2">
            <a:extLst>
              <a:ext uri="{FF2B5EF4-FFF2-40B4-BE49-F238E27FC236}">
                <a16:creationId xmlns:a16="http://schemas.microsoft.com/office/drawing/2014/main" id="{10AD7120-3AA4-4A2F-BA1F-9BC15B980BFD}"/>
              </a:ext>
            </a:extLst>
          </p:cNvPr>
          <p:cNvSpPr>
            <a:spLocks noGrp="1"/>
          </p:cNvSpPr>
          <p:nvPr/>
        </p:nvSpPr>
        <p:spPr>
          <a:xfrm>
            <a:off x="723900" y="4514850"/>
            <a:ext cx="723900" cy="523875"/>
          </a:xfrm>
          <a:prstGeom prst="rect">
            <a:avLst/>
          </a:prstGeom>
          <a:noFill/>
          <a:ln w="0">
            <a:noFill/>
          </a:ln>
        </p:spPr>
        <p:txBody>
          <a:bodyPr lIns="0" tIns="0" rIns="0" bIns="0"/>
          <a:lstStyle>
            <a:defPPr>
              <a:defRPr sz="2625" b="1">
                <a:solidFill>
                  <a:srgbClr val="BDA4FF"/>
                </a:solidFill>
              </a:defRPr>
            </a:defPPr>
            <a:lvl1pPr>
              <a:buNone/>
              <a:defRPr sz="2625" b="1">
                <a:solidFill>
                  <a:srgbClr val="BDA4FF"/>
                </a:solidFill>
              </a:defRPr>
            </a:lvl1pPr>
            <a:lvl2pPr>
              <a:buNone/>
              <a:defRPr sz="2625" b="1">
                <a:solidFill>
                  <a:srgbClr val="BDA4FF"/>
                </a:solidFill>
              </a:defRPr>
            </a:lvl2pPr>
            <a:lvl3pPr>
              <a:buNone/>
              <a:defRPr sz="2625" b="1">
                <a:solidFill>
                  <a:srgbClr val="BDA4FF"/>
                </a:solidFill>
              </a:defRPr>
            </a:lvl3pPr>
            <a:lvl4pPr>
              <a:buNone/>
              <a:defRPr sz="2625" b="1">
                <a:solidFill>
                  <a:srgbClr val="BDA4FF"/>
                </a:solidFill>
              </a:defRPr>
            </a:lvl4pPr>
            <a:lvl5pPr>
              <a:buNone/>
              <a:defRPr sz="2625" b="1">
                <a:solidFill>
                  <a:srgbClr val="BDA4FF"/>
                </a:solidFill>
              </a:defRPr>
            </a:lvl5pPr>
            <a:lvl6pPr>
              <a:buNone/>
              <a:defRPr sz="2625" b="1">
                <a:solidFill>
                  <a:srgbClr val="BDA4FF"/>
                </a:solidFill>
              </a:defRPr>
            </a:lvl6pPr>
            <a:lvl7pPr>
              <a:buNone/>
              <a:defRPr sz="2625" b="1">
                <a:solidFill>
                  <a:srgbClr val="BDA4FF"/>
                </a:solidFill>
              </a:defRPr>
            </a:lvl7pPr>
            <a:lvl8pPr>
              <a:buNone/>
              <a:defRPr sz="2625" b="1">
                <a:solidFill>
                  <a:srgbClr val="BDA4FF"/>
                </a:solidFill>
              </a:defRPr>
            </a:lvl8pPr>
            <a:lvl9pPr>
              <a:buNone/>
              <a:defRPr sz="2625" b="1">
                <a:solidFill>
                  <a:srgbClr val="BDA4FF"/>
                </a:solidFill>
              </a:defRPr>
            </a:lvl9pPr>
          </a:lstStyle>
          <a:p>
            <a:pPr>
              <a:buNone/>
              <a:defRPr sz="2625" b="1">
                <a:solidFill>
                  <a:srgbClr val="BDA4FF"/>
                </a:solidFill>
              </a:defRPr>
            </a:pPr>
            <a:r>
              <a:rPr sz="2625" b="1">
                <a:solidFill>
                  <a:srgbClr val="BDA4FF"/>
                </a:solidFill>
              </a:rPr>
              <a:t>03</a:t>
            </a:r>
          </a:p>
        </p:txBody>
      </p:sp>
      <p:sp>
        <p:nvSpPr>
          <p:cNvPr id="10" name="demo-step-2">
            <a:extLst>
              <a:ext uri="{FF2B5EF4-FFF2-40B4-BE49-F238E27FC236}">
                <a16:creationId xmlns:a16="http://schemas.microsoft.com/office/drawing/2014/main" id="{FF2579D2-C2F0-4EB7-A0B2-DC7DB530C08A}"/>
              </a:ext>
            </a:extLst>
          </p:cNvPr>
          <p:cNvSpPr>
            <a:spLocks noGrp="1"/>
          </p:cNvSpPr>
          <p:nvPr/>
        </p:nvSpPr>
        <p:spPr>
          <a:xfrm>
            <a:off x="1657350" y="4495800"/>
            <a:ext cx="4572000" cy="542925"/>
          </a:xfrm>
          <a:prstGeom prst="rect">
            <a:avLst/>
          </a:prstGeom>
          <a:noFill/>
          <a:ln w="0">
            <a:noFill/>
          </a:ln>
        </p:spPr>
        <p:txBody>
          <a:bodyPr lIns="0" tIns="0" rIns="0" bIns="0"/>
          <a:lstStyle>
            <a:defPPr>
              <a:defRPr sz="3150" b="1">
                <a:solidFill>
                  <a:srgbClr val="FFFFFF"/>
                </a:solidFill>
              </a:defRPr>
            </a:defPPr>
            <a:lvl1pPr>
              <a:buNone/>
              <a:defRPr sz="3150" b="1">
                <a:solidFill>
                  <a:srgbClr val="FFFFFF"/>
                </a:solidFill>
              </a:defRPr>
            </a:lvl1pPr>
            <a:lvl2pPr>
              <a:buNone/>
              <a:defRPr sz="3150" b="1">
                <a:solidFill>
                  <a:srgbClr val="FFFFFF"/>
                </a:solidFill>
              </a:defRPr>
            </a:lvl2pPr>
            <a:lvl3pPr>
              <a:buNone/>
              <a:defRPr sz="3150" b="1">
                <a:solidFill>
                  <a:srgbClr val="FFFFFF"/>
                </a:solidFill>
              </a:defRPr>
            </a:lvl3pPr>
            <a:lvl4pPr>
              <a:buNone/>
              <a:defRPr sz="3150" b="1">
                <a:solidFill>
                  <a:srgbClr val="FFFFFF"/>
                </a:solidFill>
              </a:defRPr>
            </a:lvl4pPr>
            <a:lvl5pPr>
              <a:buNone/>
              <a:defRPr sz="3150" b="1">
                <a:solidFill>
                  <a:srgbClr val="FFFFFF"/>
                </a:solidFill>
              </a:defRPr>
            </a:lvl5pPr>
            <a:lvl6pPr>
              <a:buNone/>
              <a:defRPr sz="3150" b="1">
                <a:solidFill>
                  <a:srgbClr val="FFFFFF"/>
                </a:solidFill>
              </a:defRPr>
            </a:lvl6pPr>
            <a:lvl7pPr>
              <a:buNone/>
              <a:defRPr sz="3150" b="1">
                <a:solidFill>
                  <a:srgbClr val="FFFFFF"/>
                </a:solidFill>
              </a:defRPr>
            </a:lvl7pPr>
            <a:lvl8pPr>
              <a:buNone/>
              <a:defRPr sz="3150" b="1">
                <a:solidFill>
                  <a:srgbClr val="FFFFFF"/>
                </a:solidFill>
              </a:defRPr>
            </a:lvl8pPr>
            <a:lvl9pPr>
              <a:buNone/>
              <a:defRPr sz="3150" b="1">
                <a:solidFill>
                  <a:srgbClr val="FFFFFF"/>
                </a:solidFill>
              </a:defRPr>
            </a:lvl9pPr>
          </a:lstStyle>
          <a:p>
            <a:pPr>
              <a:buNone/>
              <a:defRPr sz="3150" b="1">
                <a:solidFill>
                  <a:srgbClr val="FFFFFF"/>
                </a:solidFill>
              </a:defRPr>
            </a:pPr>
            <a:r>
              <a:rPr sz="3150" b="1">
                <a:solidFill>
                  <a:srgbClr val="FFFFFF"/>
                </a:solidFill>
              </a:rPr>
              <a:t>Fragebot</a:t>
            </a:r>
          </a:p>
        </p:txBody>
      </p:sp>
      <p:sp>
        <p:nvSpPr>
          <p:cNvPr id="11" name="demo-goal">
            <a:extLst>
              <a:ext uri="{FF2B5EF4-FFF2-40B4-BE49-F238E27FC236}">
                <a16:creationId xmlns:a16="http://schemas.microsoft.com/office/drawing/2014/main" id="{C8FFF4F6-2816-478B-9BCE-3DC34BA42186}"/>
              </a:ext>
            </a:extLst>
          </p:cNvPr>
          <p:cNvSpPr>
            <a:spLocks noGrp="1"/>
          </p:cNvSpPr>
          <p:nvPr/>
        </p:nvSpPr>
        <p:spPr>
          <a:xfrm>
            <a:off x="723900" y="5648325"/>
            <a:ext cx="6048375" cy="781050"/>
          </a:xfrm>
          <a:prstGeom prst="rect">
            <a:avLst/>
          </a:prstGeom>
          <a:noFill/>
          <a:ln w="0">
            <a:noFill/>
          </a:ln>
        </p:spPr>
        <p:txBody>
          <a:bodyPr lIns="0" tIns="0" rIns="0" bIns="0"/>
          <a:lstStyle>
            <a:defPPr>
              <a:defRPr sz="2100" b="0">
                <a:solidFill>
                  <a:srgbClr val="D2CADF"/>
                </a:solidFill>
              </a:defRPr>
            </a:defPPr>
            <a:lvl1pPr>
              <a:buNone/>
              <a:defRPr sz="2100" b="0">
                <a:solidFill>
                  <a:srgbClr val="D2CADF"/>
                </a:solidFill>
              </a:defRPr>
            </a:lvl1pPr>
            <a:lvl2pPr>
              <a:buNone/>
              <a:defRPr sz="2100" b="0">
                <a:solidFill>
                  <a:srgbClr val="D2CADF"/>
                </a:solidFill>
              </a:defRPr>
            </a:lvl2pPr>
            <a:lvl3pPr>
              <a:buNone/>
              <a:defRPr sz="2100" b="0">
                <a:solidFill>
                  <a:srgbClr val="D2CADF"/>
                </a:solidFill>
              </a:defRPr>
            </a:lvl3pPr>
            <a:lvl4pPr>
              <a:buNone/>
              <a:defRPr sz="2100" b="0">
                <a:solidFill>
                  <a:srgbClr val="D2CADF"/>
                </a:solidFill>
              </a:defRPr>
            </a:lvl4pPr>
            <a:lvl5pPr>
              <a:buNone/>
              <a:defRPr sz="2100" b="0">
                <a:solidFill>
                  <a:srgbClr val="D2CADF"/>
                </a:solidFill>
              </a:defRPr>
            </a:lvl5pPr>
            <a:lvl6pPr>
              <a:buNone/>
              <a:defRPr sz="2100" b="0">
                <a:solidFill>
                  <a:srgbClr val="D2CADF"/>
                </a:solidFill>
              </a:defRPr>
            </a:lvl6pPr>
            <a:lvl7pPr>
              <a:buNone/>
              <a:defRPr sz="2100" b="0">
                <a:solidFill>
                  <a:srgbClr val="D2CADF"/>
                </a:solidFill>
              </a:defRPr>
            </a:lvl7pPr>
            <a:lvl8pPr>
              <a:buNone/>
              <a:defRPr sz="2100" b="0">
                <a:solidFill>
                  <a:srgbClr val="D2CADF"/>
                </a:solidFill>
              </a:defRPr>
            </a:lvl8pPr>
            <a:lvl9pPr>
              <a:buNone/>
              <a:defRPr sz="2100" b="0">
                <a:solidFill>
                  <a:srgbClr val="D2CADF"/>
                </a:solidFill>
              </a:defRPr>
            </a:lvl9pPr>
          </a:lstStyle>
          <a:p>
            <a:pPr>
              <a:buNone/>
              <a:defRPr sz="2100" b="0">
                <a:solidFill>
                  <a:srgbClr val="D2CADF"/>
                </a:solidFill>
              </a:defRPr>
            </a:pPr>
            <a:r>
              <a:rPr sz="2100" b="0">
                <a:solidFill>
                  <a:srgbClr val="D2CADF"/>
                </a:solidFill>
              </a:rPr>
              <a:t>Eine Stelle ansehen.</a:t>
            </a:r>
          </a:p>
          <a:p>
            <a:pPr>
              <a:buNone/>
              <a:defRPr sz="2100" b="0">
                <a:solidFill>
                  <a:srgbClr val="D2CADF"/>
                </a:solidFill>
              </a:defRPr>
            </a:pPr>
            <a:r>
              <a:rPr sz="2100" b="0">
                <a:solidFill>
                  <a:srgbClr val="D2CADF"/>
                </a:solidFill>
              </a:rPr>
              <a:t>Eine Rückfrage beantworten.</a:t>
            </a:r>
          </a:p>
        </p:txBody>
      </p:sp>
      <p:pic>
        <p:nvPicPr>
          <p:cNvPr id="13" name="Grafik 12" descr="Potenz mit einfarbiger Füllung">
            <a:extLst>
              <a:ext uri="{FF2B5EF4-FFF2-40B4-BE49-F238E27FC236}">
                <a16:creationId xmlns:a16="http://schemas.microsoft.com/office/drawing/2014/main" id="{478D6523-8E61-674F-9069-0111BDA525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17536" y="2540127"/>
            <a:ext cx="2463546" cy="2463546"/>
          </a:xfrm>
          <a:prstGeom prst="rect">
            <a:avLst/>
          </a:prstGeom>
        </p:spPr>
      </p:pic>
    </p:spTree>
    <p:extLst>
      <p:ext uri="{BB962C8B-B14F-4D97-AF65-F5344CB8AC3E}">
        <p14:creationId xmlns:p14="http://schemas.microsoft.com/office/powerpoint/2010/main" val="1680070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i-title">
            <a:extLst>
              <a:ext uri="{FF2B5EF4-FFF2-40B4-BE49-F238E27FC236}">
                <a16:creationId xmlns:a16="http://schemas.microsoft.com/office/drawing/2014/main" id="{AEEBEF97-8B83-7D1E-7B7A-5C8F8C0BEF5B}"/>
              </a:ext>
            </a:extLst>
          </p:cNvPr>
          <p:cNvSpPr>
            <a:spLocks noGrp="1"/>
          </p:cNvSpPr>
          <p:nvPr/>
        </p:nvSpPr>
        <p:spPr>
          <a:xfrm>
            <a:off x="253164" y="187345"/>
            <a:ext cx="11938836" cy="857250"/>
          </a:xfrm>
          <a:prstGeom prst="rect">
            <a:avLst/>
          </a:prstGeom>
          <a:noFill/>
          <a:ln w="0">
            <a:noFill/>
          </a:ln>
        </p:spPr>
        <p:txBody>
          <a:bodyPr lIns="0" tIns="0" rIns="0" bIns="0"/>
          <a:lstStyle>
            <a:defPPr>
              <a:defRPr sz="4050" b="1">
                <a:solidFill>
                  <a:srgbClr val="181520"/>
                </a:solidFill>
              </a:defRPr>
            </a:defPPr>
            <a:lvl1pPr>
              <a:buNone/>
              <a:defRPr sz="4350" b="1">
                <a:solidFill>
                  <a:srgbClr val="181520"/>
                </a:solidFill>
              </a:defRPr>
            </a:lvl1pPr>
            <a:lvl2pPr>
              <a:buNone/>
              <a:defRPr sz="4350" b="1">
                <a:solidFill>
                  <a:srgbClr val="181520"/>
                </a:solidFill>
              </a:defRPr>
            </a:lvl2pPr>
            <a:lvl3pPr>
              <a:buNone/>
              <a:defRPr sz="4350" b="1">
                <a:solidFill>
                  <a:srgbClr val="181520"/>
                </a:solidFill>
              </a:defRPr>
            </a:lvl3pPr>
            <a:lvl4pPr>
              <a:buNone/>
              <a:defRPr sz="4350" b="1">
                <a:solidFill>
                  <a:srgbClr val="181520"/>
                </a:solidFill>
              </a:defRPr>
            </a:lvl4pPr>
            <a:lvl5pPr>
              <a:buNone/>
              <a:defRPr sz="4350" b="1">
                <a:solidFill>
                  <a:srgbClr val="181520"/>
                </a:solidFill>
              </a:defRPr>
            </a:lvl5pPr>
            <a:lvl6pPr>
              <a:buNone/>
              <a:defRPr sz="4350" b="1">
                <a:solidFill>
                  <a:srgbClr val="181520"/>
                </a:solidFill>
              </a:defRPr>
            </a:lvl6pPr>
            <a:lvl7pPr>
              <a:buNone/>
              <a:defRPr sz="4350" b="1">
                <a:solidFill>
                  <a:srgbClr val="181520"/>
                </a:solidFill>
              </a:defRPr>
            </a:lvl7pPr>
            <a:lvl8pPr>
              <a:buNone/>
              <a:defRPr sz="4350" b="1">
                <a:solidFill>
                  <a:srgbClr val="181520"/>
                </a:solidFill>
              </a:defRPr>
            </a:lvl8pPr>
            <a:lvl9pPr>
              <a:buNone/>
              <a:defRPr sz="4350" b="1">
                <a:solidFill>
                  <a:srgbClr val="181520"/>
                </a:solidFill>
              </a:defRPr>
            </a:lvl9pPr>
          </a:lstStyle>
          <a:p>
            <a:pPr>
              <a:defRPr sz="4050" b="1">
                <a:solidFill>
                  <a:srgbClr val="181520"/>
                </a:solidFill>
              </a:defRPr>
            </a:pPr>
            <a:r>
              <a:rPr lang="de-DE" sz="4400" dirty="0">
                <a:solidFill>
                  <a:srgbClr val="3702BF"/>
                </a:solidFill>
              </a:rPr>
              <a:t>Aufnehmen allein reicht nicht – </a:t>
            </a:r>
          </a:p>
          <a:p>
            <a:pPr>
              <a:defRPr sz="4050" b="1">
                <a:solidFill>
                  <a:srgbClr val="181520"/>
                </a:solidFill>
              </a:defRPr>
            </a:pPr>
            <a:r>
              <a:rPr lang="de-DE" sz="4400" dirty="0">
                <a:solidFill>
                  <a:srgbClr val="3702BF"/>
                </a:solidFill>
              </a:rPr>
              <a:t>Feedback macht den Unterschied</a:t>
            </a:r>
            <a:endParaRPr sz="4400" dirty="0">
              <a:solidFill>
                <a:srgbClr val="3702BF"/>
              </a:solidFill>
            </a:endParaRPr>
          </a:p>
        </p:txBody>
      </p:sp>
      <p:sp>
        <p:nvSpPr>
          <p:cNvPr id="14" name="correction-example">
            <a:extLst>
              <a:ext uri="{FF2B5EF4-FFF2-40B4-BE49-F238E27FC236}">
                <a16:creationId xmlns:a16="http://schemas.microsoft.com/office/drawing/2014/main" id="{72419A1D-5A9E-52B4-B842-6B81D14B6CBC}"/>
              </a:ext>
            </a:extLst>
          </p:cNvPr>
          <p:cNvSpPr>
            <a:spLocks noGrp="1"/>
          </p:cNvSpPr>
          <p:nvPr/>
        </p:nvSpPr>
        <p:spPr>
          <a:xfrm>
            <a:off x="170447" y="4853237"/>
            <a:ext cx="11851105" cy="676275"/>
          </a:xfrm>
          <a:prstGeom prst="rect">
            <a:avLst/>
          </a:prstGeom>
          <a:noFill/>
          <a:ln w="0">
            <a:noFill/>
          </a:ln>
        </p:spPr>
        <p:txBody>
          <a:bodyPr lIns="0" tIns="0" rIns="0" bIns="0"/>
          <a:lstStyle>
            <a:defPPr>
              <a:defRPr sz="2100" b="0">
                <a:solidFill>
                  <a:srgbClr val="35303F"/>
                </a:solidFill>
              </a:defRPr>
            </a:defPPr>
            <a:lvl1pPr>
              <a:buNone/>
              <a:defRPr sz="1800" b="0">
                <a:solidFill>
                  <a:srgbClr val="35303F"/>
                </a:solidFill>
              </a:defRPr>
            </a:lvl1pPr>
            <a:lvl2pPr>
              <a:buNone/>
              <a:defRPr sz="1800" b="0">
                <a:solidFill>
                  <a:srgbClr val="35303F"/>
                </a:solidFill>
              </a:defRPr>
            </a:lvl2pPr>
            <a:lvl3pPr>
              <a:buNone/>
              <a:defRPr sz="1800" b="0">
                <a:solidFill>
                  <a:srgbClr val="35303F"/>
                </a:solidFill>
              </a:defRPr>
            </a:lvl3pPr>
            <a:lvl4pPr>
              <a:buNone/>
              <a:defRPr sz="1800" b="0">
                <a:solidFill>
                  <a:srgbClr val="35303F"/>
                </a:solidFill>
              </a:defRPr>
            </a:lvl4pPr>
            <a:lvl5pPr>
              <a:buNone/>
              <a:defRPr sz="1800" b="0">
                <a:solidFill>
                  <a:srgbClr val="35303F"/>
                </a:solidFill>
              </a:defRPr>
            </a:lvl5pPr>
            <a:lvl6pPr>
              <a:buNone/>
              <a:defRPr sz="1800" b="0">
                <a:solidFill>
                  <a:srgbClr val="35303F"/>
                </a:solidFill>
              </a:defRPr>
            </a:lvl6pPr>
            <a:lvl7pPr>
              <a:buNone/>
              <a:defRPr sz="1800" b="0">
                <a:solidFill>
                  <a:srgbClr val="35303F"/>
                </a:solidFill>
              </a:defRPr>
            </a:lvl7pPr>
            <a:lvl8pPr>
              <a:buNone/>
              <a:defRPr sz="1800" b="0">
                <a:solidFill>
                  <a:srgbClr val="35303F"/>
                </a:solidFill>
              </a:defRPr>
            </a:lvl8pPr>
            <a:lvl9pPr>
              <a:buNone/>
              <a:defRPr sz="1800" b="0">
                <a:solidFill>
                  <a:srgbClr val="35303F"/>
                </a:solidFill>
              </a:defRPr>
            </a:lvl9pPr>
          </a:lstStyle>
          <a:p>
            <a:pPr algn="ctr">
              <a:buNone/>
              <a:defRPr sz="2100" b="0">
                <a:solidFill>
                  <a:srgbClr val="35303F"/>
                </a:solidFill>
              </a:defRPr>
            </a:pPr>
            <a:endParaRPr sz="2100" b="1" dirty="0">
              <a:solidFill>
                <a:srgbClr val="35303F"/>
              </a:solidFill>
            </a:endParaRPr>
          </a:p>
        </p:txBody>
      </p:sp>
      <p:sp>
        <p:nvSpPr>
          <p:cNvPr id="21" name="benefit-learner-3">
            <a:extLst>
              <a:ext uri="{FF2B5EF4-FFF2-40B4-BE49-F238E27FC236}">
                <a16:creationId xmlns:a16="http://schemas.microsoft.com/office/drawing/2014/main" id="{12E7F86B-E11C-42A9-9242-5FF2B99AAFB3}"/>
              </a:ext>
            </a:extLst>
          </p:cNvPr>
          <p:cNvSpPr>
            <a:spLocks noGrp="1"/>
          </p:cNvSpPr>
          <p:nvPr/>
        </p:nvSpPr>
        <p:spPr>
          <a:xfrm>
            <a:off x="685800" y="4105275"/>
            <a:ext cx="5095875" cy="457200"/>
          </a:xfrm>
          <a:prstGeom prst="rect">
            <a:avLst/>
          </a:prstGeom>
          <a:noFill/>
          <a:ln w="0">
            <a:noFill/>
          </a:ln>
        </p:spPr>
        <p:txBody>
          <a:bodyPr lIns="0" tIns="0" rIns="0" bIns="0"/>
          <a:lstStyle>
            <a:defPPr>
              <a:defRPr sz="2025">
                <a:solidFill>
                  <a:srgbClr val="35303F"/>
                </a:solidFill>
              </a:defRPr>
            </a:defPPr>
            <a:lvl1pPr>
              <a:defRPr sz="2025">
                <a:solidFill>
                  <a:srgbClr val="35303F"/>
                </a:solidFill>
              </a:defRPr>
            </a:lvl1pPr>
            <a:lvl2pPr>
              <a:defRPr sz="2025">
                <a:solidFill>
                  <a:srgbClr val="35303F"/>
                </a:solidFill>
              </a:defRPr>
            </a:lvl2pPr>
            <a:lvl3pPr>
              <a:defRPr sz="2025">
                <a:solidFill>
                  <a:srgbClr val="35303F"/>
                </a:solidFill>
              </a:defRPr>
            </a:lvl3pPr>
            <a:lvl4pPr>
              <a:defRPr sz="2025">
                <a:solidFill>
                  <a:srgbClr val="35303F"/>
                </a:solidFill>
              </a:defRPr>
            </a:lvl4pPr>
            <a:lvl5pPr>
              <a:defRPr sz="2025">
                <a:solidFill>
                  <a:srgbClr val="35303F"/>
                </a:solidFill>
              </a:defRPr>
            </a:lvl5pPr>
            <a:lvl6pPr>
              <a:defRPr sz="2025">
                <a:solidFill>
                  <a:srgbClr val="35303F"/>
                </a:solidFill>
              </a:defRPr>
            </a:lvl6pPr>
            <a:lvl7pPr>
              <a:defRPr sz="2025">
                <a:solidFill>
                  <a:srgbClr val="35303F"/>
                </a:solidFill>
              </a:defRPr>
            </a:lvl7pPr>
            <a:lvl8pPr>
              <a:defRPr sz="2025">
                <a:solidFill>
                  <a:srgbClr val="35303F"/>
                </a:solidFill>
              </a:defRPr>
            </a:lvl8pPr>
            <a:lvl9pPr>
              <a:defRPr sz="2025">
                <a:solidFill>
                  <a:srgbClr val="35303F"/>
                </a:solidFill>
              </a:defRPr>
            </a:lvl9pPr>
          </a:lstStyle>
          <a:p>
            <a:pPr>
              <a:defRPr sz="2025">
                <a:solidFill>
                  <a:srgbClr val="35303F"/>
                </a:solidFill>
              </a:defRPr>
            </a:pPr>
            <a:endParaRPr sz="2025" dirty="0">
              <a:solidFill>
                <a:srgbClr val="35303F"/>
              </a:solidFill>
            </a:endParaRPr>
          </a:p>
        </p:txBody>
      </p:sp>
      <p:graphicFrame>
        <p:nvGraphicFramePr>
          <p:cNvPr id="3" name="Tabelle 2">
            <a:extLst>
              <a:ext uri="{FF2B5EF4-FFF2-40B4-BE49-F238E27FC236}">
                <a16:creationId xmlns:a16="http://schemas.microsoft.com/office/drawing/2014/main" id="{93AAB9AE-302A-FE46-AB3D-EBD4AAB3B3FF}"/>
              </a:ext>
            </a:extLst>
          </p:cNvPr>
          <p:cNvGraphicFramePr>
            <a:graphicFrameLocks noGrp="1"/>
          </p:cNvGraphicFramePr>
          <p:nvPr>
            <p:extLst>
              <p:ext uri="{D42A27DB-BD31-4B8C-83A1-F6EECF244321}">
                <p14:modId xmlns:p14="http://schemas.microsoft.com/office/powerpoint/2010/main" val="2611078760"/>
              </p:ext>
            </p:extLst>
          </p:nvPr>
        </p:nvGraphicFramePr>
        <p:xfrm>
          <a:off x="1116548" y="2958454"/>
          <a:ext cx="9958902" cy="1894783"/>
        </p:xfrm>
        <a:graphic>
          <a:graphicData uri="http://schemas.openxmlformats.org/drawingml/2006/table">
            <a:tbl>
              <a:tblPr firstRow="1" bandRow="1">
                <a:tableStyleId>{9D7B26C5-4107-4FEC-AEDC-1716B250A1EF}</a:tableStyleId>
              </a:tblPr>
              <a:tblGrid>
                <a:gridCol w="3319634">
                  <a:extLst>
                    <a:ext uri="{9D8B030D-6E8A-4147-A177-3AD203B41FA5}">
                      <a16:colId xmlns:a16="http://schemas.microsoft.com/office/drawing/2014/main" val="1885692217"/>
                    </a:ext>
                  </a:extLst>
                </a:gridCol>
                <a:gridCol w="3319634">
                  <a:extLst>
                    <a:ext uri="{9D8B030D-6E8A-4147-A177-3AD203B41FA5}">
                      <a16:colId xmlns:a16="http://schemas.microsoft.com/office/drawing/2014/main" val="715772407"/>
                    </a:ext>
                  </a:extLst>
                </a:gridCol>
                <a:gridCol w="3319634">
                  <a:extLst>
                    <a:ext uri="{9D8B030D-6E8A-4147-A177-3AD203B41FA5}">
                      <a16:colId xmlns:a16="http://schemas.microsoft.com/office/drawing/2014/main" val="2701981319"/>
                    </a:ext>
                  </a:extLst>
                </a:gridCol>
              </a:tblGrid>
              <a:tr h="1171968">
                <a:tc>
                  <a:txBody>
                    <a:bodyPr/>
                    <a:lstStyle/>
                    <a:p>
                      <a:r>
                        <a:rPr lang="de-DE" sz="2400" dirty="0"/>
                        <a:t>Tipps-Video</a:t>
                      </a:r>
                    </a:p>
                  </a:txBody>
                  <a:tcPr anchor="ctr"/>
                </a:tc>
                <a:tc>
                  <a:txBody>
                    <a:bodyPr/>
                    <a:lstStyle/>
                    <a:p>
                      <a:r>
                        <a:rPr lang="de-DE" sz="2400" dirty="0"/>
                        <a:t>Eigenes Video</a:t>
                      </a:r>
                    </a:p>
                  </a:txBody>
                  <a:tcPr anchor="ctr"/>
                </a:tc>
                <a:tc>
                  <a:txBody>
                    <a:bodyPr/>
                    <a:lstStyle/>
                    <a:p>
                      <a:r>
                        <a:rPr lang="de-DE" sz="2400" dirty="0"/>
                        <a:t>Video + Feedback</a:t>
                      </a:r>
                    </a:p>
                  </a:txBody>
                  <a:tcPr anchor="ctr"/>
                </a:tc>
                <a:extLst>
                  <a:ext uri="{0D108BD9-81ED-4DB2-BD59-A6C34878D82A}">
                    <a16:rowId xmlns:a16="http://schemas.microsoft.com/office/drawing/2014/main" val="1422306823"/>
                  </a:ext>
                </a:extLst>
              </a:tr>
              <a:tr h="722815">
                <a:tc>
                  <a:txBody>
                    <a:bodyPr/>
                    <a:lstStyle/>
                    <a:p>
                      <a:r>
                        <a:rPr lang="de-DE"/>
                        <a:t>✗ keine Verbesserung</a:t>
                      </a:r>
                    </a:p>
                  </a:txBody>
                  <a:tcPr anchor="ctr"/>
                </a:tc>
                <a:tc>
                  <a:txBody>
                    <a:bodyPr/>
                    <a:lstStyle/>
                    <a:p>
                      <a:r>
                        <a:rPr lang="de-DE" dirty="0"/>
                        <a:t>✗ keine Verbesserung</a:t>
                      </a:r>
                    </a:p>
                  </a:txBody>
                  <a:tcPr anchor="ctr"/>
                </a:tc>
                <a:tc>
                  <a:txBody>
                    <a:bodyPr/>
                    <a:lstStyle/>
                    <a:p>
                      <a:r>
                        <a:rPr lang="de-DE" dirty="0"/>
                        <a:t>✓ signifikant besser</a:t>
                      </a:r>
                    </a:p>
                  </a:txBody>
                  <a:tcPr anchor="ctr"/>
                </a:tc>
                <a:extLst>
                  <a:ext uri="{0D108BD9-81ED-4DB2-BD59-A6C34878D82A}">
                    <a16:rowId xmlns:a16="http://schemas.microsoft.com/office/drawing/2014/main" val="1632860419"/>
                  </a:ext>
                </a:extLst>
              </a:tr>
            </a:tbl>
          </a:graphicData>
        </a:graphic>
      </p:graphicFrame>
      <p:sp>
        <p:nvSpPr>
          <p:cNvPr id="4" name="Textfeld 3">
            <a:extLst>
              <a:ext uri="{FF2B5EF4-FFF2-40B4-BE49-F238E27FC236}">
                <a16:creationId xmlns:a16="http://schemas.microsoft.com/office/drawing/2014/main" id="{EAC1535D-E8B8-F448-8A54-D395C5E3D747}"/>
              </a:ext>
            </a:extLst>
          </p:cNvPr>
          <p:cNvSpPr txBox="1"/>
          <p:nvPr/>
        </p:nvSpPr>
        <p:spPr>
          <a:xfrm>
            <a:off x="0" y="6273225"/>
            <a:ext cx="12021553" cy="830997"/>
          </a:xfrm>
          <a:prstGeom prst="rect">
            <a:avLst/>
          </a:prstGeom>
          <a:noFill/>
        </p:spPr>
        <p:txBody>
          <a:bodyPr wrap="square" rtlCol="0">
            <a:spAutoFit/>
          </a:bodyPr>
          <a:lstStyle/>
          <a:p>
            <a:r>
              <a:rPr lang="de-DE" sz="1600" dirty="0"/>
              <a:t>MIT Media Lab, </a:t>
            </a:r>
            <a:r>
              <a:rPr lang="de-DE" sz="1600" dirty="0" err="1"/>
              <a:t>Hoque</a:t>
            </a:r>
            <a:r>
              <a:rPr lang="de-DE" sz="1600" dirty="0"/>
              <a:t> et al. 2013, randomisiert, </a:t>
            </a:r>
            <a:r>
              <a:rPr lang="de-DE" sz="1600" dirty="0" err="1"/>
              <a:t>n</a:t>
            </a:r>
            <a:r>
              <a:rPr lang="de-DE" sz="1600" dirty="0"/>
              <a:t> = 90</a:t>
            </a:r>
          </a:p>
          <a:p>
            <a:r>
              <a:rPr lang="de-DE" sz="1600" dirty="0">
                <a:hlinkClick r:id="rId3"/>
              </a:rPr>
              <a:t>https://news.mit.edu/2013/automated-coach-could-help-with-social-interactions-0614</a:t>
            </a:r>
            <a:endParaRPr lang="de-DE" sz="1600" dirty="0"/>
          </a:p>
          <a:p>
            <a:endParaRPr lang="de-DE" sz="1600" dirty="0"/>
          </a:p>
        </p:txBody>
      </p:sp>
    </p:spTree>
    <p:extLst>
      <p:ext uri="{BB962C8B-B14F-4D97-AF65-F5344CB8AC3E}">
        <p14:creationId xmlns:p14="http://schemas.microsoft.com/office/powerpoint/2010/main" val="419480675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1001</Words>
  <Application>Microsoft Macintosh PowerPoint</Application>
  <DocSecurity>0</DocSecurity>
  <PresentationFormat>Widescreen</PresentationFormat>
  <Paragraphs>85</Paragraphs>
  <Slides>5</Slides>
  <Notes>5</Notes>
  <HiddenSlides>1</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5</vt:i4>
      </vt:variant>
    </vt:vector>
  </HeadingPairs>
  <TitlesOfParts>
    <vt:vector size="7" baseType="lpstr">
      <vt:lpstr>Aptos</vt:lpstr>
      <vt:lpstr>ChatGPT</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Bastian Aunkofer</cp:lastModifiedBy>
  <cp:revision>8</cp:revision>
  <dcterms:created xsi:type="dcterms:W3CDTF">2026-10-24T23:24:16Z</dcterms:created>
  <dcterms:modified xsi:type="dcterms:W3CDTF">2026-10-25T09:41:16Z</dcterms:modified>
</cp:coreProperties>
</file>